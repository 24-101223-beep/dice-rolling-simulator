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3" r:id="rId1"/>
    <p:sldMasterId id="2147483724" r:id="rId2"/>
  </p:sldMasterIdLst>
  <p:notesMasterIdLst>
    <p:notesMasterId r:id="rId11"/>
  </p:notesMasterIdLst>
  <p:sldIdLst>
    <p:sldId id="256" r:id="rId3"/>
    <p:sldId id="269" r:id="rId4"/>
    <p:sldId id="257" r:id="rId5"/>
    <p:sldId id="265" r:id="rId6"/>
    <p:sldId id="258" r:id="rId7"/>
    <p:sldId id="259" r:id="rId8"/>
    <p:sldId id="260" r:id="rId9"/>
    <p:sldId id="287" r:id="rId10"/>
  </p:sldIdLst>
  <p:sldSz cx="9144000" cy="5143500" type="screen16x9"/>
  <p:notesSz cx="6858000" cy="9144000"/>
  <p:embeddedFontLst>
    <p:embeddedFont>
      <p:font typeface="ADLaM Display" panose="02010000000000000000" pitchFamily="2" charset="0"/>
      <p:regular r:id="rId12"/>
    </p:embeddedFont>
    <p:embeddedFont>
      <p:font typeface="Bubblegum Sans" panose="020B0604020202020204" charset="0"/>
      <p:regular r:id="rId13"/>
    </p:embeddedFont>
    <p:embeddedFont>
      <p:font typeface="Kermit Extrabold" panose="020F0503040000060003" pitchFamily="34" charset="0"/>
      <p:bold r:id="rId14"/>
      <p:boldItalic r:id="rId15"/>
    </p:embeddedFont>
    <p:embeddedFont>
      <p:font typeface="Lilita One" panose="020B0604020202020204" charset="0"/>
      <p:regular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Roboto Condensed" panose="02000000000000000000" pitchFamily="2" charset="0"/>
      <p:regular r:id="rId21"/>
      <p:bold r:id="rId22"/>
      <p:italic r:id="rId23"/>
      <p:boldItalic r:id="rId24"/>
    </p:embeddedFont>
    <p:embeddedFont>
      <p:font typeface="Roboto Condensed Light" panose="02000000000000000000" pitchFamily="2" charset="0"/>
      <p:regular r:id="rId25"/>
      <p:italic r:id="rId26"/>
    </p:embeddedFont>
    <p:embeddedFont>
      <p:font typeface="Source Sans Pro" panose="020B050303040302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B26A875-9BAD-4D1A-8A40-0B9ECABBED8A}">
  <a:tblStyle styleId="{AB26A875-9BAD-4D1A-8A40-0B9ECABBED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65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1.xml"/><Relationship Id="rId21" Type="http://schemas.openxmlformats.org/officeDocument/2006/relationships/font" Target="fonts/font10.fntdata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Google Shape;2242;gac5e01d5fc_0_1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3" name="Google Shape;2243;gac5e01d5fc_0_1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ac5e01d5f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ac5e01d5fc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gac5e01d5fc_0_8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9" name="Google Shape;2059;gac5e01d5fc_0_8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gac5e01d5fc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ac5e01d5fc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gac5e01d5fc_0_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0" name="Google Shape;1790;gac5e01d5fc_0_5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ac5e01d5fc_0_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4" name="Google Shape;1824;gac5e01d5fc_0_6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2" name="Google Shape;2982;gac5e01d5fc_0_18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3" name="Google Shape;2983;gac5e01d5fc_0_18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6100" y="888738"/>
            <a:ext cx="3846000" cy="265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6100" y="3504763"/>
            <a:ext cx="28893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 txBox="1"/>
          <p:nvPr/>
        </p:nvSpPr>
        <p:spPr>
          <a:xfrm rot="-1717625" flipH="1">
            <a:off x="6429626" y="1205513"/>
            <a:ext cx="2639912" cy="4087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solidFill>
                  <a:srgbClr val="37618A"/>
                </a:solidFill>
                <a:latin typeface="Lilita One"/>
                <a:ea typeface="Lilita One"/>
                <a:cs typeface="Lilita One"/>
                <a:sym typeface="Lilita One"/>
              </a:rPr>
              <a:t>¿</a:t>
            </a:r>
            <a:endParaRPr sz="30000">
              <a:solidFill>
                <a:srgbClr val="37618A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2" name="Google Shape;12;p2"/>
          <p:cNvSpPr txBox="1"/>
          <p:nvPr/>
        </p:nvSpPr>
        <p:spPr>
          <a:xfrm rot="-9898604" flipH="1">
            <a:off x="3762592" y="-185164"/>
            <a:ext cx="2639931" cy="408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solidFill>
                  <a:srgbClr val="37618A"/>
                </a:solidFill>
                <a:latin typeface="Lilita One"/>
                <a:ea typeface="Lilita One"/>
                <a:cs typeface="Lilita One"/>
                <a:sym typeface="Lilita One"/>
              </a:rPr>
              <a:t>¿</a:t>
            </a:r>
            <a:endParaRPr sz="30000">
              <a:solidFill>
                <a:srgbClr val="37618A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3"/>
          <p:cNvGrpSpPr/>
          <p:nvPr/>
        </p:nvGrpSpPr>
        <p:grpSpPr>
          <a:xfrm flipH="1">
            <a:off x="-1220339" y="970647"/>
            <a:ext cx="4964700" cy="5185500"/>
            <a:chOff x="4227036" y="7547"/>
            <a:chExt cx="4964700" cy="5185500"/>
          </a:xfrm>
        </p:grpSpPr>
        <p:sp>
          <p:nvSpPr>
            <p:cNvPr id="15" name="Google Shape;15;p3"/>
            <p:cNvSpPr/>
            <p:nvPr/>
          </p:nvSpPr>
          <p:spPr>
            <a:xfrm rot="-899950" flipH="1">
              <a:off x="4715607" y="450278"/>
              <a:ext cx="3987558" cy="4300039"/>
            </a:xfrm>
            <a:prstGeom prst="roundRect">
              <a:avLst>
                <a:gd name="adj" fmla="val 5368"/>
              </a:avLst>
            </a:prstGeom>
            <a:solidFill>
              <a:srgbClr val="DA72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3"/>
            <p:cNvSpPr/>
            <p:nvPr/>
          </p:nvSpPr>
          <p:spPr>
            <a:xfrm rot="-899814" flipH="1">
              <a:off x="6210673" y="2184844"/>
              <a:ext cx="980806" cy="980806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6038480" y="1914463"/>
            <a:ext cx="2385600" cy="5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3721350" y="1878300"/>
            <a:ext cx="2024700" cy="138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17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6032400" y="2526438"/>
            <a:ext cx="2391300" cy="7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26100" y="542575"/>
            <a:ext cx="7691700" cy="4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14375" y="1114425"/>
            <a:ext cx="7691700" cy="31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"/>
              <a:buAutoNum type="arabicPeriod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 rot="899857">
            <a:off x="7222308" y="190062"/>
            <a:ext cx="1711973" cy="1846180"/>
            <a:chOff x="-3361711" y="308336"/>
            <a:chExt cx="3987600" cy="4300200"/>
          </a:xfrm>
        </p:grpSpPr>
        <p:grpSp>
          <p:nvGrpSpPr>
            <p:cNvPr id="24" name="Google Shape;24;p4"/>
            <p:cNvGrpSpPr/>
            <p:nvPr/>
          </p:nvGrpSpPr>
          <p:grpSpPr>
            <a:xfrm>
              <a:off x="-3361711" y="308336"/>
              <a:ext cx="3987600" cy="4300200"/>
              <a:chOff x="-2571136" y="421611"/>
              <a:chExt cx="3987600" cy="4300200"/>
            </a:xfrm>
          </p:grpSpPr>
          <p:sp>
            <p:nvSpPr>
              <p:cNvPr id="25" name="Google Shape;25;p4"/>
              <p:cNvSpPr/>
              <p:nvPr/>
            </p:nvSpPr>
            <p:spPr>
              <a:xfrm>
                <a:off x="-2571136" y="421611"/>
                <a:ext cx="3987600" cy="4300200"/>
              </a:xfrm>
              <a:prstGeom prst="roundRect">
                <a:avLst>
                  <a:gd name="adj" fmla="val 5368"/>
                </a:avLst>
              </a:prstGeom>
              <a:solidFill>
                <a:srgbClr val="DA72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6" name="Google Shape;26;p4"/>
              <p:cNvGrpSpPr/>
              <p:nvPr/>
            </p:nvGrpSpPr>
            <p:grpSpPr>
              <a:xfrm>
                <a:off x="-2206074" y="809586"/>
                <a:ext cx="3257475" cy="3524250"/>
                <a:chOff x="-2206074" y="819150"/>
                <a:chExt cx="3257475" cy="3524250"/>
              </a:xfrm>
            </p:grpSpPr>
            <p:grpSp>
              <p:nvGrpSpPr>
                <p:cNvPr id="27" name="Google Shape;27;p4"/>
                <p:cNvGrpSpPr/>
                <p:nvPr/>
              </p:nvGrpSpPr>
              <p:grpSpPr>
                <a:xfrm>
                  <a:off x="-2206074" y="81915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28" name="Google Shape;28;p4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rgbClr val="D85F6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" name="Google Shape;29;p4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rgbClr val="D85F6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0" name="Google Shape;30;p4"/>
                <p:cNvGrpSpPr/>
                <p:nvPr/>
              </p:nvGrpSpPr>
              <p:grpSpPr>
                <a:xfrm>
                  <a:off x="-2206074" y="336240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31" name="Google Shape;31;p4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rgbClr val="D85F6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" name="Google Shape;32;p4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rgbClr val="D85F6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33" name="Google Shape;33;p4"/>
            <p:cNvSpPr/>
            <p:nvPr/>
          </p:nvSpPr>
          <p:spPr>
            <a:xfrm>
              <a:off x="-1858399" y="1967936"/>
              <a:ext cx="981000" cy="981000"/>
            </a:xfrm>
            <a:prstGeom prst="ellipse">
              <a:avLst/>
            </a:prstGeom>
            <a:solidFill>
              <a:srgbClr val="D85F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4;p4"/>
          <p:cNvGrpSpPr/>
          <p:nvPr/>
        </p:nvGrpSpPr>
        <p:grpSpPr>
          <a:xfrm rot="-899857" flipH="1">
            <a:off x="209708" y="3107262"/>
            <a:ext cx="1711973" cy="1846180"/>
            <a:chOff x="-2571136" y="421611"/>
            <a:chExt cx="3987600" cy="4300200"/>
          </a:xfrm>
        </p:grpSpPr>
        <p:sp>
          <p:nvSpPr>
            <p:cNvPr id="35" name="Google Shape;35;p4"/>
            <p:cNvSpPr/>
            <p:nvPr/>
          </p:nvSpPr>
          <p:spPr>
            <a:xfrm>
              <a:off x="-2571136" y="421611"/>
              <a:ext cx="3987600" cy="4300200"/>
            </a:xfrm>
            <a:prstGeom prst="roundRect">
              <a:avLst>
                <a:gd name="adj" fmla="val 5368"/>
              </a:avLst>
            </a:prstGeom>
            <a:solidFill>
              <a:srgbClr val="DA72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" name="Google Shape;36;p4"/>
            <p:cNvGrpSpPr/>
            <p:nvPr/>
          </p:nvGrpSpPr>
          <p:grpSpPr>
            <a:xfrm>
              <a:off x="-2206074" y="809586"/>
              <a:ext cx="3257475" cy="3524250"/>
              <a:chOff x="-2206074" y="819150"/>
              <a:chExt cx="3257475" cy="3524250"/>
            </a:xfrm>
          </p:grpSpPr>
          <p:grpSp>
            <p:nvGrpSpPr>
              <p:cNvPr id="37" name="Google Shape;37;p4"/>
              <p:cNvGrpSpPr/>
              <p:nvPr/>
            </p:nvGrpSpPr>
            <p:grpSpPr>
              <a:xfrm>
                <a:off x="-2206074" y="81915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38" name="Google Shape;38;p4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rgbClr val="D85F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39;p4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rgbClr val="D85F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" name="Google Shape;40;p4"/>
              <p:cNvGrpSpPr/>
              <p:nvPr/>
            </p:nvGrpSpPr>
            <p:grpSpPr>
              <a:xfrm>
                <a:off x="-2206074" y="336240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41" name="Google Shape;41;p4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rgbClr val="D85F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42;p4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rgbClr val="D85F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726100" y="542575"/>
            <a:ext cx="7691700" cy="4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>
            <a:spLocks noGrp="1"/>
          </p:cNvSpPr>
          <p:nvPr>
            <p:ph type="title"/>
          </p:nvPr>
        </p:nvSpPr>
        <p:spPr>
          <a:xfrm>
            <a:off x="1656150" y="1071600"/>
            <a:ext cx="5831700" cy="30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 rot="10800000" flipH="1">
            <a:off x="7012442" y="10"/>
            <a:ext cx="2131500" cy="2226300"/>
            <a:chOff x="7012442" y="2917195"/>
            <a:chExt cx="2131500" cy="2226300"/>
          </a:xfrm>
        </p:grpSpPr>
        <p:sp>
          <p:nvSpPr>
            <p:cNvPr id="81" name="Google Shape;81;p8"/>
            <p:cNvSpPr/>
            <p:nvPr/>
          </p:nvSpPr>
          <p:spPr>
            <a:xfrm rot="900037">
              <a:off x="7222223" y="3107281"/>
              <a:ext cx="1711938" cy="1846129"/>
            </a:xfrm>
            <a:prstGeom prst="roundRect">
              <a:avLst>
                <a:gd name="adj" fmla="val 5368"/>
              </a:avLst>
            </a:prstGeom>
            <a:solidFill>
              <a:srgbClr val="5F8F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899198">
              <a:off x="7867772" y="3819737"/>
              <a:ext cx="421124" cy="42112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" name="Google Shape;83;p8"/>
          <p:cNvGrpSpPr/>
          <p:nvPr/>
        </p:nvGrpSpPr>
        <p:grpSpPr>
          <a:xfrm rot="10800000" flipH="1">
            <a:off x="47" y="2917210"/>
            <a:ext cx="2131500" cy="2226300"/>
            <a:chOff x="47" y="-5"/>
            <a:chExt cx="2131500" cy="2226300"/>
          </a:xfrm>
        </p:grpSpPr>
        <p:sp>
          <p:nvSpPr>
            <p:cNvPr id="84" name="Google Shape;84;p8"/>
            <p:cNvSpPr/>
            <p:nvPr/>
          </p:nvSpPr>
          <p:spPr>
            <a:xfrm rot="-900037" flipH="1">
              <a:off x="209828" y="190081"/>
              <a:ext cx="1711938" cy="1846129"/>
            </a:xfrm>
            <a:prstGeom prst="roundRect">
              <a:avLst>
                <a:gd name="adj" fmla="val 5368"/>
              </a:avLst>
            </a:prstGeom>
            <a:solidFill>
              <a:srgbClr val="5F8F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" name="Google Shape;85;p8"/>
            <p:cNvGrpSpPr/>
            <p:nvPr/>
          </p:nvGrpSpPr>
          <p:grpSpPr>
            <a:xfrm rot="-899857" flipH="1">
              <a:off x="366438" y="356630"/>
              <a:ext cx="1398513" cy="1513046"/>
              <a:chOff x="-2206074" y="819150"/>
              <a:chExt cx="3257475" cy="3524250"/>
            </a:xfrm>
          </p:grpSpPr>
          <p:sp>
            <p:nvSpPr>
              <p:cNvPr id="86" name="Google Shape;86;p8"/>
              <p:cNvSpPr/>
              <p:nvPr/>
            </p:nvSpPr>
            <p:spPr>
              <a:xfrm>
                <a:off x="-2206074" y="819150"/>
                <a:ext cx="981000" cy="981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8"/>
              <p:cNvSpPr/>
              <p:nvPr/>
            </p:nvSpPr>
            <p:spPr>
              <a:xfrm>
                <a:off x="70401" y="3362400"/>
                <a:ext cx="981000" cy="981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" name="Google Shape;88;p8"/>
            <p:cNvSpPr/>
            <p:nvPr/>
          </p:nvSpPr>
          <p:spPr>
            <a:xfrm rot="-899198" flipH="1">
              <a:off x="855093" y="902537"/>
              <a:ext cx="421124" cy="42112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>
            <a:spLocks noGrp="1"/>
          </p:cNvSpPr>
          <p:nvPr>
            <p:ph type="title"/>
          </p:nvPr>
        </p:nvSpPr>
        <p:spPr>
          <a:xfrm>
            <a:off x="2517475" y="542575"/>
            <a:ext cx="4045200" cy="51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subTitle" idx="1"/>
          </p:nvPr>
        </p:nvSpPr>
        <p:spPr>
          <a:xfrm>
            <a:off x="2386050" y="1182525"/>
            <a:ext cx="43719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2" name="Google Shape;92;p9"/>
          <p:cNvSpPr/>
          <p:nvPr/>
        </p:nvSpPr>
        <p:spPr>
          <a:xfrm>
            <a:off x="0" y="4662225"/>
            <a:ext cx="9143844" cy="499547"/>
          </a:xfrm>
          <a:custGeom>
            <a:avLst/>
            <a:gdLst/>
            <a:ahLst/>
            <a:cxnLst/>
            <a:rect l="l" t="t" r="r" b="b"/>
            <a:pathLst>
              <a:path w="269293" h="9441" extrusionOk="0">
                <a:moveTo>
                  <a:pt x="0" y="0"/>
                </a:moveTo>
                <a:lnTo>
                  <a:pt x="0" y="9441"/>
                </a:lnTo>
                <a:lnTo>
                  <a:pt x="269293" y="9441"/>
                </a:lnTo>
                <a:lnTo>
                  <a:pt x="269293" y="0"/>
                </a:lnTo>
                <a:close/>
              </a:path>
            </a:pathLst>
          </a:custGeom>
          <a:solidFill>
            <a:srgbClr val="AB44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93;p9"/>
          <p:cNvGrpSpPr/>
          <p:nvPr/>
        </p:nvGrpSpPr>
        <p:grpSpPr>
          <a:xfrm rot="-899857" flipH="1">
            <a:off x="209708" y="190062"/>
            <a:ext cx="1711973" cy="1846180"/>
            <a:chOff x="-3361711" y="308336"/>
            <a:chExt cx="3987600" cy="4300200"/>
          </a:xfrm>
        </p:grpSpPr>
        <p:grpSp>
          <p:nvGrpSpPr>
            <p:cNvPr id="94" name="Google Shape;94;p9"/>
            <p:cNvGrpSpPr/>
            <p:nvPr/>
          </p:nvGrpSpPr>
          <p:grpSpPr>
            <a:xfrm>
              <a:off x="-3361711" y="308336"/>
              <a:ext cx="3987600" cy="4300200"/>
              <a:chOff x="-2571136" y="421611"/>
              <a:chExt cx="3987600" cy="4300200"/>
            </a:xfrm>
          </p:grpSpPr>
          <p:sp>
            <p:nvSpPr>
              <p:cNvPr id="95" name="Google Shape;95;p9"/>
              <p:cNvSpPr/>
              <p:nvPr/>
            </p:nvSpPr>
            <p:spPr>
              <a:xfrm>
                <a:off x="-2571136" y="421611"/>
                <a:ext cx="3987600" cy="4300200"/>
              </a:xfrm>
              <a:prstGeom prst="roundRect">
                <a:avLst>
                  <a:gd name="adj" fmla="val 5368"/>
                </a:avLst>
              </a:prstGeom>
              <a:solidFill>
                <a:srgbClr val="DA72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6" name="Google Shape;96;p9"/>
              <p:cNvGrpSpPr/>
              <p:nvPr/>
            </p:nvGrpSpPr>
            <p:grpSpPr>
              <a:xfrm>
                <a:off x="-2206074" y="809586"/>
                <a:ext cx="3257475" cy="3524250"/>
                <a:chOff x="-2206074" y="819150"/>
                <a:chExt cx="3257475" cy="3524250"/>
              </a:xfrm>
            </p:grpSpPr>
            <p:grpSp>
              <p:nvGrpSpPr>
                <p:cNvPr id="97" name="Google Shape;97;p9"/>
                <p:cNvGrpSpPr/>
                <p:nvPr/>
              </p:nvGrpSpPr>
              <p:grpSpPr>
                <a:xfrm>
                  <a:off x="-2206074" y="81915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98" name="Google Shape;98;p9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rgbClr val="D85F6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9" name="Google Shape;99;p9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rgbClr val="D85F6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00" name="Google Shape;100;p9"/>
                <p:cNvGrpSpPr/>
                <p:nvPr/>
              </p:nvGrpSpPr>
              <p:grpSpPr>
                <a:xfrm>
                  <a:off x="-2206074" y="336240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101" name="Google Shape;101;p9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rgbClr val="D85F6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" name="Google Shape;102;p9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rgbClr val="D85F6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103" name="Google Shape;103;p9"/>
            <p:cNvSpPr/>
            <p:nvPr/>
          </p:nvSpPr>
          <p:spPr>
            <a:xfrm>
              <a:off x="-1858399" y="1967936"/>
              <a:ext cx="981000" cy="981000"/>
            </a:xfrm>
            <a:prstGeom prst="ellipse">
              <a:avLst/>
            </a:prstGeom>
            <a:solidFill>
              <a:srgbClr val="D85F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" name="Google Shape;104;p9"/>
          <p:cNvGrpSpPr/>
          <p:nvPr/>
        </p:nvGrpSpPr>
        <p:grpSpPr>
          <a:xfrm rot="899857">
            <a:off x="7222308" y="3107262"/>
            <a:ext cx="1711973" cy="1846180"/>
            <a:chOff x="-2571136" y="421611"/>
            <a:chExt cx="3987600" cy="4300200"/>
          </a:xfrm>
        </p:grpSpPr>
        <p:sp>
          <p:nvSpPr>
            <p:cNvPr id="105" name="Google Shape;105;p9"/>
            <p:cNvSpPr/>
            <p:nvPr/>
          </p:nvSpPr>
          <p:spPr>
            <a:xfrm>
              <a:off x="-2571136" y="421611"/>
              <a:ext cx="3987600" cy="4300200"/>
            </a:xfrm>
            <a:prstGeom prst="roundRect">
              <a:avLst>
                <a:gd name="adj" fmla="val 5368"/>
              </a:avLst>
            </a:prstGeom>
            <a:solidFill>
              <a:srgbClr val="DA72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" name="Google Shape;106;p9"/>
            <p:cNvGrpSpPr/>
            <p:nvPr/>
          </p:nvGrpSpPr>
          <p:grpSpPr>
            <a:xfrm>
              <a:off x="-2206074" y="809586"/>
              <a:ext cx="3257475" cy="3524250"/>
              <a:chOff x="-2206074" y="819150"/>
              <a:chExt cx="3257475" cy="3524250"/>
            </a:xfrm>
          </p:grpSpPr>
          <p:grpSp>
            <p:nvGrpSpPr>
              <p:cNvPr id="107" name="Google Shape;107;p9"/>
              <p:cNvGrpSpPr/>
              <p:nvPr/>
            </p:nvGrpSpPr>
            <p:grpSpPr>
              <a:xfrm>
                <a:off x="-2206074" y="81915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108" name="Google Shape;108;p9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rgbClr val="D85F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" name="Google Shape;109;p9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rgbClr val="D85F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0" name="Google Shape;110;p9"/>
              <p:cNvGrpSpPr/>
              <p:nvPr/>
            </p:nvGrpSpPr>
            <p:grpSpPr>
              <a:xfrm>
                <a:off x="-2206074" y="336240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111" name="Google Shape;111;p9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rgbClr val="D85F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" name="Google Shape;112;p9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rgbClr val="D85F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8" name="Google Shape;138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>
            <a:hlinkClick r:id="" action="ppaction://noaction"/>
          </p:cNvPr>
          <p:cNvSpPr/>
          <p:nvPr/>
        </p:nvSpPr>
        <p:spPr>
          <a:xfrm>
            <a:off x="3317300" y="4192070"/>
            <a:ext cx="2509500" cy="424800"/>
          </a:xfrm>
          <a:prstGeom prst="roundRect">
            <a:avLst>
              <a:gd name="adj" fmla="val 16667"/>
            </a:avLst>
          </a:pr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grpSp>
        <p:nvGrpSpPr>
          <p:cNvPr id="142" name="Google Shape;142;p13"/>
          <p:cNvGrpSpPr/>
          <p:nvPr/>
        </p:nvGrpSpPr>
        <p:grpSpPr>
          <a:xfrm rot="10800000" flipH="1">
            <a:off x="7012442" y="10"/>
            <a:ext cx="2131500" cy="2226300"/>
            <a:chOff x="7012442" y="2917195"/>
            <a:chExt cx="2131500" cy="2226300"/>
          </a:xfrm>
        </p:grpSpPr>
        <p:sp>
          <p:nvSpPr>
            <p:cNvPr id="143" name="Google Shape;143;p13"/>
            <p:cNvSpPr/>
            <p:nvPr/>
          </p:nvSpPr>
          <p:spPr>
            <a:xfrm rot="900037">
              <a:off x="7222223" y="3107281"/>
              <a:ext cx="1711938" cy="1846129"/>
            </a:xfrm>
            <a:prstGeom prst="roundRect">
              <a:avLst>
                <a:gd name="adj" fmla="val 5368"/>
              </a:avLst>
            </a:prstGeom>
            <a:solidFill>
              <a:srgbClr val="5F8F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 rot="899198">
              <a:off x="7867772" y="3819737"/>
              <a:ext cx="421124" cy="42112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" name="Google Shape;145;p13"/>
          <p:cNvGrpSpPr/>
          <p:nvPr/>
        </p:nvGrpSpPr>
        <p:grpSpPr>
          <a:xfrm rot="10800000" flipH="1">
            <a:off x="47" y="2917210"/>
            <a:ext cx="2131500" cy="2226300"/>
            <a:chOff x="47" y="-5"/>
            <a:chExt cx="2131500" cy="2226300"/>
          </a:xfrm>
        </p:grpSpPr>
        <p:sp>
          <p:nvSpPr>
            <p:cNvPr id="146" name="Google Shape;146;p13"/>
            <p:cNvSpPr/>
            <p:nvPr/>
          </p:nvSpPr>
          <p:spPr>
            <a:xfrm rot="-900037" flipH="1">
              <a:off x="209828" y="190081"/>
              <a:ext cx="1711938" cy="1846129"/>
            </a:xfrm>
            <a:prstGeom prst="roundRect">
              <a:avLst>
                <a:gd name="adj" fmla="val 5368"/>
              </a:avLst>
            </a:prstGeom>
            <a:solidFill>
              <a:srgbClr val="5F8F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7" name="Google Shape;147;p13"/>
            <p:cNvGrpSpPr/>
            <p:nvPr/>
          </p:nvGrpSpPr>
          <p:grpSpPr>
            <a:xfrm rot="-899857" flipH="1">
              <a:off x="366438" y="356630"/>
              <a:ext cx="1398513" cy="1513046"/>
              <a:chOff x="-2206074" y="819150"/>
              <a:chExt cx="3257475" cy="3524250"/>
            </a:xfrm>
          </p:grpSpPr>
          <p:sp>
            <p:nvSpPr>
              <p:cNvPr id="148" name="Google Shape;148;p13"/>
              <p:cNvSpPr/>
              <p:nvPr/>
            </p:nvSpPr>
            <p:spPr>
              <a:xfrm>
                <a:off x="-2206074" y="819150"/>
                <a:ext cx="981000" cy="981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3"/>
              <p:cNvSpPr/>
              <p:nvPr/>
            </p:nvSpPr>
            <p:spPr>
              <a:xfrm>
                <a:off x="70401" y="3362400"/>
                <a:ext cx="981000" cy="981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0" name="Google Shape;150;p13"/>
            <p:cNvSpPr/>
            <p:nvPr/>
          </p:nvSpPr>
          <p:spPr>
            <a:xfrm rot="-899198" flipH="1">
              <a:off x="855093" y="902537"/>
              <a:ext cx="421124" cy="42112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" name="Google Shape;151;p1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ilita One"/>
              <a:buNone/>
              <a:defRPr sz="3200">
                <a:solidFill>
                  <a:schemeClr val="accent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ubblegum Sans"/>
              <a:buNone/>
              <a:defRPr sz="2800">
                <a:solidFill>
                  <a:srgbClr val="FFFFFF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ubblegum Sans"/>
              <a:buNone/>
              <a:defRPr sz="2800">
                <a:solidFill>
                  <a:srgbClr val="FFFFFF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ubblegum Sans"/>
              <a:buNone/>
              <a:defRPr sz="2800">
                <a:solidFill>
                  <a:srgbClr val="FFFFFF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ubblegum Sans"/>
              <a:buNone/>
              <a:defRPr sz="2800">
                <a:solidFill>
                  <a:srgbClr val="FFFFFF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ubblegum Sans"/>
              <a:buNone/>
              <a:defRPr sz="2800">
                <a:solidFill>
                  <a:srgbClr val="FFFFFF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ubblegum Sans"/>
              <a:buNone/>
              <a:defRPr sz="2800">
                <a:solidFill>
                  <a:srgbClr val="FFFFFF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ubblegum Sans"/>
              <a:buNone/>
              <a:defRPr sz="2800">
                <a:solidFill>
                  <a:srgbClr val="FFFFFF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ubblegum Sans"/>
              <a:buNone/>
              <a:defRPr sz="2800">
                <a:solidFill>
                  <a:srgbClr val="FFFFFF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subTitle" idx="1"/>
          </p:nvPr>
        </p:nvSpPr>
        <p:spPr>
          <a:xfrm>
            <a:off x="3376650" y="4200525"/>
            <a:ext cx="2390700" cy="40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ONE_COLUMN_TEXT_1_1">
    <p:bg>
      <p:bgPr>
        <a:solidFill>
          <a:schemeClr val="lt2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5"/>
          <p:cNvGrpSpPr/>
          <p:nvPr/>
        </p:nvGrpSpPr>
        <p:grpSpPr>
          <a:xfrm rot="-899960" flipH="1">
            <a:off x="448430" y="1821888"/>
            <a:ext cx="3987481" cy="4300072"/>
            <a:chOff x="-3361711" y="308336"/>
            <a:chExt cx="3987600" cy="4300200"/>
          </a:xfrm>
        </p:grpSpPr>
        <p:grpSp>
          <p:nvGrpSpPr>
            <p:cNvPr id="162" name="Google Shape;162;p15"/>
            <p:cNvGrpSpPr/>
            <p:nvPr/>
          </p:nvGrpSpPr>
          <p:grpSpPr>
            <a:xfrm>
              <a:off x="-3361711" y="308336"/>
              <a:ext cx="3987600" cy="4300200"/>
              <a:chOff x="-2571136" y="421611"/>
              <a:chExt cx="3987600" cy="4300200"/>
            </a:xfrm>
          </p:grpSpPr>
          <p:sp>
            <p:nvSpPr>
              <p:cNvPr id="163" name="Google Shape;163;p15"/>
              <p:cNvSpPr/>
              <p:nvPr/>
            </p:nvSpPr>
            <p:spPr>
              <a:xfrm>
                <a:off x="-2571136" y="421611"/>
                <a:ext cx="3987600" cy="4300200"/>
              </a:xfrm>
              <a:prstGeom prst="roundRect">
                <a:avLst>
                  <a:gd name="adj" fmla="val 5368"/>
                </a:avLst>
              </a:prstGeom>
              <a:solidFill>
                <a:srgbClr val="CDB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4" name="Google Shape;164;p15"/>
              <p:cNvGrpSpPr/>
              <p:nvPr/>
            </p:nvGrpSpPr>
            <p:grpSpPr>
              <a:xfrm>
                <a:off x="-2206074" y="809586"/>
                <a:ext cx="3257475" cy="3524250"/>
                <a:chOff x="-2206074" y="819150"/>
                <a:chExt cx="3257475" cy="3524250"/>
              </a:xfrm>
            </p:grpSpPr>
            <p:grpSp>
              <p:nvGrpSpPr>
                <p:cNvPr id="165" name="Google Shape;165;p15"/>
                <p:cNvGrpSpPr/>
                <p:nvPr/>
              </p:nvGrpSpPr>
              <p:grpSpPr>
                <a:xfrm>
                  <a:off x="-2206074" y="81915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166" name="Google Shape;166;p15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" name="Google Shape;167;p15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68" name="Google Shape;168;p15"/>
                <p:cNvGrpSpPr/>
                <p:nvPr/>
              </p:nvGrpSpPr>
              <p:grpSpPr>
                <a:xfrm>
                  <a:off x="-2206074" y="336240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169" name="Google Shape;169;p15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" name="Google Shape;170;p15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171" name="Google Shape;171;p15"/>
            <p:cNvSpPr/>
            <p:nvPr/>
          </p:nvSpPr>
          <p:spPr>
            <a:xfrm>
              <a:off x="-1858399" y="1967936"/>
              <a:ext cx="981000" cy="981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2" name="Google Shape;172;p15"/>
          <p:cNvSpPr txBox="1">
            <a:spLocks noGrp="1"/>
          </p:cNvSpPr>
          <p:nvPr>
            <p:ph type="title"/>
          </p:nvPr>
        </p:nvSpPr>
        <p:spPr>
          <a:xfrm>
            <a:off x="4352925" y="1256950"/>
            <a:ext cx="4030500" cy="16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3" name="Google Shape;173;p15"/>
          <p:cNvSpPr txBox="1">
            <a:spLocks noGrp="1"/>
          </p:cNvSpPr>
          <p:nvPr>
            <p:ph type="body" idx="1"/>
          </p:nvPr>
        </p:nvSpPr>
        <p:spPr>
          <a:xfrm>
            <a:off x="4569700" y="3057525"/>
            <a:ext cx="3813900" cy="15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4" name="Google Shape;174;p15"/>
          <p:cNvSpPr txBox="1"/>
          <p:nvPr/>
        </p:nvSpPr>
        <p:spPr>
          <a:xfrm rot="665646">
            <a:off x="3504968" y="-223931"/>
            <a:ext cx="859054" cy="1211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rgbClr val="D4C2AF"/>
                </a:solidFill>
                <a:latin typeface="Lilita One"/>
                <a:ea typeface="Lilita One"/>
                <a:cs typeface="Lilita One"/>
                <a:sym typeface="Lilita One"/>
              </a:rPr>
              <a:t>¿</a:t>
            </a:r>
            <a:endParaRPr sz="8000">
              <a:solidFill>
                <a:srgbClr val="D4C2AF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 rot="9272901">
            <a:off x="2618129" y="512643"/>
            <a:ext cx="821642" cy="1089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rgbClr val="D4C2AF"/>
                </a:solidFill>
                <a:latin typeface="Lilita One"/>
                <a:ea typeface="Lilita One"/>
                <a:cs typeface="Lilita One"/>
                <a:sym typeface="Lilita One"/>
              </a:rPr>
              <a:t>¿</a:t>
            </a:r>
            <a:endParaRPr sz="8000">
              <a:solidFill>
                <a:srgbClr val="D4C2AF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bg>
      <p:bgPr>
        <a:solidFill>
          <a:schemeClr val="dk2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7"/>
          <p:cNvGrpSpPr/>
          <p:nvPr/>
        </p:nvGrpSpPr>
        <p:grpSpPr>
          <a:xfrm rot="899857">
            <a:off x="7222313" y="190062"/>
            <a:ext cx="1711973" cy="1846180"/>
            <a:chOff x="-3361711" y="308336"/>
            <a:chExt cx="3987600" cy="4300200"/>
          </a:xfrm>
        </p:grpSpPr>
        <p:grpSp>
          <p:nvGrpSpPr>
            <p:cNvPr id="185" name="Google Shape;185;p17"/>
            <p:cNvGrpSpPr/>
            <p:nvPr/>
          </p:nvGrpSpPr>
          <p:grpSpPr>
            <a:xfrm>
              <a:off x="-3361711" y="308336"/>
              <a:ext cx="3987600" cy="4300200"/>
              <a:chOff x="-2571136" y="421611"/>
              <a:chExt cx="3987600" cy="4300200"/>
            </a:xfrm>
          </p:grpSpPr>
          <p:sp>
            <p:nvSpPr>
              <p:cNvPr id="186" name="Google Shape;186;p17"/>
              <p:cNvSpPr/>
              <p:nvPr/>
            </p:nvSpPr>
            <p:spPr>
              <a:xfrm>
                <a:off x="-2571136" y="421611"/>
                <a:ext cx="3987600" cy="4300200"/>
              </a:xfrm>
              <a:prstGeom prst="roundRect">
                <a:avLst>
                  <a:gd name="adj" fmla="val 5368"/>
                </a:avLst>
              </a:prstGeom>
              <a:solidFill>
                <a:srgbClr val="DA72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7" name="Google Shape;187;p17"/>
              <p:cNvGrpSpPr/>
              <p:nvPr/>
            </p:nvGrpSpPr>
            <p:grpSpPr>
              <a:xfrm>
                <a:off x="-2206074" y="809586"/>
                <a:ext cx="3257475" cy="3524250"/>
                <a:chOff x="-2206074" y="819150"/>
                <a:chExt cx="3257475" cy="3524250"/>
              </a:xfrm>
            </p:grpSpPr>
            <p:grpSp>
              <p:nvGrpSpPr>
                <p:cNvPr id="188" name="Google Shape;188;p17"/>
                <p:cNvGrpSpPr/>
                <p:nvPr/>
              </p:nvGrpSpPr>
              <p:grpSpPr>
                <a:xfrm>
                  <a:off x="-2206074" y="81915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189" name="Google Shape;189;p17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" name="Google Shape;190;p17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1" name="Google Shape;191;p17"/>
                <p:cNvGrpSpPr/>
                <p:nvPr/>
              </p:nvGrpSpPr>
              <p:grpSpPr>
                <a:xfrm>
                  <a:off x="-2206074" y="336240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192" name="Google Shape;192;p17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3" name="Google Shape;193;p17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194" name="Google Shape;194;p17"/>
            <p:cNvSpPr/>
            <p:nvPr/>
          </p:nvSpPr>
          <p:spPr>
            <a:xfrm>
              <a:off x="-1858399" y="1967936"/>
              <a:ext cx="981000" cy="981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" name="Google Shape;195;p17"/>
          <p:cNvGrpSpPr/>
          <p:nvPr/>
        </p:nvGrpSpPr>
        <p:grpSpPr>
          <a:xfrm rot="-899857" flipH="1">
            <a:off x="209713" y="190062"/>
            <a:ext cx="1711973" cy="1846180"/>
            <a:chOff x="-2571136" y="421611"/>
            <a:chExt cx="3987600" cy="4300200"/>
          </a:xfrm>
        </p:grpSpPr>
        <p:sp>
          <p:nvSpPr>
            <p:cNvPr id="196" name="Google Shape;196;p17"/>
            <p:cNvSpPr/>
            <p:nvPr/>
          </p:nvSpPr>
          <p:spPr>
            <a:xfrm>
              <a:off x="-2571136" y="421611"/>
              <a:ext cx="3987600" cy="4300200"/>
            </a:xfrm>
            <a:prstGeom prst="roundRect">
              <a:avLst>
                <a:gd name="adj" fmla="val 5368"/>
              </a:avLst>
            </a:prstGeom>
            <a:solidFill>
              <a:srgbClr val="DA72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7" name="Google Shape;197;p17"/>
            <p:cNvGrpSpPr/>
            <p:nvPr/>
          </p:nvGrpSpPr>
          <p:grpSpPr>
            <a:xfrm>
              <a:off x="-2206074" y="809586"/>
              <a:ext cx="3257475" cy="3524250"/>
              <a:chOff x="-2206074" y="819150"/>
              <a:chExt cx="3257475" cy="3524250"/>
            </a:xfrm>
          </p:grpSpPr>
          <p:grpSp>
            <p:nvGrpSpPr>
              <p:cNvPr id="198" name="Google Shape;198;p17"/>
              <p:cNvGrpSpPr/>
              <p:nvPr/>
            </p:nvGrpSpPr>
            <p:grpSpPr>
              <a:xfrm>
                <a:off x="-2206074" y="81915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199" name="Google Shape;199;p17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" name="Google Shape;200;p17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1" name="Google Shape;201;p17"/>
              <p:cNvGrpSpPr/>
              <p:nvPr/>
            </p:nvGrpSpPr>
            <p:grpSpPr>
              <a:xfrm>
                <a:off x="-2206074" y="336240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202" name="Google Shape;202;p17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" name="Google Shape;203;p17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04" name="Google Shape;204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ubTitle" idx="1"/>
          </p:nvPr>
        </p:nvSpPr>
        <p:spPr>
          <a:xfrm>
            <a:off x="625500" y="3305125"/>
            <a:ext cx="23451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800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206" name="Google Shape;206;p17"/>
          <p:cNvSpPr txBox="1">
            <a:spLocks noGrp="1"/>
          </p:cNvSpPr>
          <p:nvPr>
            <p:ph type="subTitle" idx="2"/>
          </p:nvPr>
        </p:nvSpPr>
        <p:spPr>
          <a:xfrm>
            <a:off x="650550" y="3823025"/>
            <a:ext cx="2295000" cy="7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07" name="Google Shape;207;p17"/>
          <p:cNvSpPr txBox="1">
            <a:spLocks noGrp="1"/>
          </p:cNvSpPr>
          <p:nvPr>
            <p:ph type="subTitle" idx="3"/>
          </p:nvPr>
        </p:nvSpPr>
        <p:spPr>
          <a:xfrm>
            <a:off x="3380650" y="3305125"/>
            <a:ext cx="23451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800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208" name="Google Shape;208;p17"/>
          <p:cNvSpPr txBox="1">
            <a:spLocks noGrp="1"/>
          </p:cNvSpPr>
          <p:nvPr>
            <p:ph type="subTitle" idx="4"/>
          </p:nvPr>
        </p:nvSpPr>
        <p:spPr>
          <a:xfrm>
            <a:off x="3405700" y="3823025"/>
            <a:ext cx="2295000" cy="7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7"/>
          <p:cNvSpPr txBox="1">
            <a:spLocks noGrp="1"/>
          </p:cNvSpPr>
          <p:nvPr>
            <p:ph type="subTitle" idx="5"/>
          </p:nvPr>
        </p:nvSpPr>
        <p:spPr>
          <a:xfrm>
            <a:off x="6078900" y="3305125"/>
            <a:ext cx="23451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800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2100"/>
              <a:buFont typeface="Lilita One"/>
              <a:buNone/>
              <a:defRPr sz="2100">
                <a:solidFill>
                  <a:schemeClr val="accent5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210" name="Google Shape;210;p17"/>
          <p:cNvSpPr txBox="1">
            <a:spLocks noGrp="1"/>
          </p:cNvSpPr>
          <p:nvPr>
            <p:ph type="subTitle" idx="6"/>
          </p:nvPr>
        </p:nvSpPr>
        <p:spPr>
          <a:xfrm>
            <a:off x="6103950" y="3823025"/>
            <a:ext cx="2295000" cy="7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SECTION_TITLE_AND_DESCRIPTION_1">
    <p:bg>
      <p:bgPr>
        <a:solidFill>
          <a:schemeClr val="dk2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22"/>
          <p:cNvGrpSpPr/>
          <p:nvPr/>
        </p:nvGrpSpPr>
        <p:grpSpPr>
          <a:xfrm rot="-899857" flipH="1">
            <a:off x="209708" y="1648662"/>
            <a:ext cx="1711973" cy="1846180"/>
            <a:chOff x="-3361711" y="308336"/>
            <a:chExt cx="3987600" cy="4300200"/>
          </a:xfrm>
        </p:grpSpPr>
        <p:grpSp>
          <p:nvGrpSpPr>
            <p:cNvPr id="290" name="Google Shape;290;p22"/>
            <p:cNvGrpSpPr/>
            <p:nvPr/>
          </p:nvGrpSpPr>
          <p:grpSpPr>
            <a:xfrm>
              <a:off x="-3361711" y="308336"/>
              <a:ext cx="3987600" cy="4300200"/>
              <a:chOff x="-2571136" y="421611"/>
              <a:chExt cx="3987600" cy="4300200"/>
            </a:xfrm>
          </p:grpSpPr>
          <p:sp>
            <p:nvSpPr>
              <p:cNvPr id="291" name="Google Shape;291;p22"/>
              <p:cNvSpPr/>
              <p:nvPr/>
            </p:nvSpPr>
            <p:spPr>
              <a:xfrm>
                <a:off x="-2571136" y="421611"/>
                <a:ext cx="3987600" cy="4300200"/>
              </a:xfrm>
              <a:prstGeom prst="roundRect">
                <a:avLst>
                  <a:gd name="adj" fmla="val 5368"/>
                </a:avLst>
              </a:prstGeom>
              <a:solidFill>
                <a:srgbClr val="DA72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2" name="Google Shape;292;p22"/>
              <p:cNvGrpSpPr/>
              <p:nvPr/>
            </p:nvGrpSpPr>
            <p:grpSpPr>
              <a:xfrm>
                <a:off x="-2206074" y="809586"/>
                <a:ext cx="3257475" cy="3524250"/>
                <a:chOff x="-2206074" y="819150"/>
                <a:chExt cx="3257475" cy="3524250"/>
              </a:xfrm>
            </p:grpSpPr>
            <p:grpSp>
              <p:nvGrpSpPr>
                <p:cNvPr id="293" name="Google Shape;293;p22"/>
                <p:cNvGrpSpPr/>
                <p:nvPr/>
              </p:nvGrpSpPr>
              <p:grpSpPr>
                <a:xfrm>
                  <a:off x="-2206074" y="81915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294" name="Google Shape;294;p22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rgbClr val="D85F6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5" name="Google Shape;295;p22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rgbClr val="D85F6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96" name="Google Shape;296;p22"/>
                <p:cNvGrpSpPr/>
                <p:nvPr/>
              </p:nvGrpSpPr>
              <p:grpSpPr>
                <a:xfrm>
                  <a:off x="-2206074" y="336240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297" name="Google Shape;297;p22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rgbClr val="D85F6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8" name="Google Shape;298;p22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rgbClr val="D85F6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299" name="Google Shape;299;p22"/>
            <p:cNvSpPr/>
            <p:nvPr/>
          </p:nvSpPr>
          <p:spPr>
            <a:xfrm>
              <a:off x="-1858399" y="1967936"/>
              <a:ext cx="981000" cy="981000"/>
            </a:xfrm>
            <a:prstGeom prst="ellipse">
              <a:avLst/>
            </a:prstGeom>
            <a:solidFill>
              <a:srgbClr val="D85F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" name="Google Shape;300;p22"/>
          <p:cNvGrpSpPr/>
          <p:nvPr/>
        </p:nvGrpSpPr>
        <p:grpSpPr>
          <a:xfrm rot="899857">
            <a:off x="7222308" y="1648662"/>
            <a:ext cx="1711973" cy="1846180"/>
            <a:chOff x="-2571136" y="421611"/>
            <a:chExt cx="3987600" cy="4300200"/>
          </a:xfrm>
        </p:grpSpPr>
        <p:sp>
          <p:nvSpPr>
            <p:cNvPr id="301" name="Google Shape;301;p22"/>
            <p:cNvSpPr/>
            <p:nvPr/>
          </p:nvSpPr>
          <p:spPr>
            <a:xfrm>
              <a:off x="-2571136" y="421611"/>
              <a:ext cx="3987600" cy="4300200"/>
            </a:xfrm>
            <a:prstGeom prst="roundRect">
              <a:avLst>
                <a:gd name="adj" fmla="val 5368"/>
              </a:avLst>
            </a:prstGeom>
            <a:solidFill>
              <a:srgbClr val="DA72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2" name="Google Shape;302;p22"/>
            <p:cNvGrpSpPr/>
            <p:nvPr/>
          </p:nvGrpSpPr>
          <p:grpSpPr>
            <a:xfrm>
              <a:off x="-2206074" y="809586"/>
              <a:ext cx="3257475" cy="3524250"/>
              <a:chOff x="-2206074" y="819150"/>
              <a:chExt cx="3257475" cy="3524250"/>
            </a:xfrm>
          </p:grpSpPr>
          <p:grpSp>
            <p:nvGrpSpPr>
              <p:cNvPr id="303" name="Google Shape;303;p22"/>
              <p:cNvGrpSpPr/>
              <p:nvPr/>
            </p:nvGrpSpPr>
            <p:grpSpPr>
              <a:xfrm>
                <a:off x="-2206074" y="81915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304" name="Google Shape;304;p22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rgbClr val="D85F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" name="Google Shape;305;p22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rgbClr val="D85F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6" name="Google Shape;306;p22"/>
              <p:cNvGrpSpPr/>
              <p:nvPr/>
            </p:nvGrpSpPr>
            <p:grpSpPr>
              <a:xfrm>
                <a:off x="-2206074" y="336240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307" name="Google Shape;307;p22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rgbClr val="D85F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" name="Google Shape;308;p22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rgbClr val="D85F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SECTION_TITLE_AND_DESCRIPTION_1_1">
    <p:bg>
      <p:bgPr>
        <a:solidFill>
          <a:schemeClr val="lt1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3"/>
          <p:cNvGrpSpPr/>
          <p:nvPr/>
        </p:nvGrpSpPr>
        <p:grpSpPr>
          <a:xfrm rot="899857">
            <a:off x="7222308" y="1648662"/>
            <a:ext cx="1711973" cy="1846180"/>
            <a:chOff x="-3361711" y="308336"/>
            <a:chExt cx="3987600" cy="4300200"/>
          </a:xfrm>
        </p:grpSpPr>
        <p:grpSp>
          <p:nvGrpSpPr>
            <p:cNvPr id="311" name="Google Shape;311;p23"/>
            <p:cNvGrpSpPr/>
            <p:nvPr/>
          </p:nvGrpSpPr>
          <p:grpSpPr>
            <a:xfrm>
              <a:off x="-3361711" y="308336"/>
              <a:ext cx="3987600" cy="4300200"/>
              <a:chOff x="-2571136" y="421611"/>
              <a:chExt cx="3987600" cy="4300200"/>
            </a:xfrm>
          </p:grpSpPr>
          <p:sp>
            <p:nvSpPr>
              <p:cNvPr id="312" name="Google Shape;312;p23"/>
              <p:cNvSpPr/>
              <p:nvPr/>
            </p:nvSpPr>
            <p:spPr>
              <a:xfrm>
                <a:off x="-2571136" y="421611"/>
                <a:ext cx="3987600" cy="4300200"/>
              </a:xfrm>
              <a:prstGeom prst="roundRect">
                <a:avLst>
                  <a:gd name="adj" fmla="val 5368"/>
                </a:avLst>
              </a:prstGeom>
              <a:solidFill>
                <a:srgbClr val="5F8F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13" name="Google Shape;313;p23"/>
              <p:cNvGrpSpPr/>
              <p:nvPr/>
            </p:nvGrpSpPr>
            <p:grpSpPr>
              <a:xfrm>
                <a:off x="-2206074" y="809586"/>
                <a:ext cx="3257475" cy="3524250"/>
                <a:chOff x="-2206074" y="819150"/>
                <a:chExt cx="3257475" cy="3524250"/>
              </a:xfrm>
            </p:grpSpPr>
            <p:grpSp>
              <p:nvGrpSpPr>
                <p:cNvPr id="314" name="Google Shape;314;p23"/>
                <p:cNvGrpSpPr/>
                <p:nvPr/>
              </p:nvGrpSpPr>
              <p:grpSpPr>
                <a:xfrm>
                  <a:off x="-2206074" y="81915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315" name="Google Shape;315;p23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6" name="Google Shape;316;p23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17" name="Google Shape;317;p23"/>
                <p:cNvGrpSpPr/>
                <p:nvPr/>
              </p:nvGrpSpPr>
              <p:grpSpPr>
                <a:xfrm>
                  <a:off x="-2206074" y="336240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318" name="Google Shape;318;p23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9" name="Google Shape;319;p23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320" name="Google Shape;320;p23"/>
            <p:cNvSpPr/>
            <p:nvPr/>
          </p:nvSpPr>
          <p:spPr>
            <a:xfrm>
              <a:off x="-1858399" y="1967936"/>
              <a:ext cx="981000" cy="9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" name="Google Shape;321;p23"/>
          <p:cNvGrpSpPr/>
          <p:nvPr/>
        </p:nvGrpSpPr>
        <p:grpSpPr>
          <a:xfrm rot="-899857" flipH="1">
            <a:off x="209708" y="1648662"/>
            <a:ext cx="1711973" cy="1846180"/>
            <a:chOff x="-2571136" y="421611"/>
            <a:chExt cx="3987600" cy="4300200"/>
          </a:xfrm>
        </p:grpSpPr>
        <p:sp>
          <p:nvSpPr>
            <p:cNvPr id="322" name="Google Shape;322;p23"/>
            <p:cNvSpPr/>
            <p:nvPr/>
          </p:nvSpPr>
          <p:spPr>
            <a:xfrm>
              <a:off x="-2571136" y="421611"/>
              <a:ext cx="3987600" cy="4300200"/>
            </a:xfrm>
            <a:prstGeom prst="roundRect">
              <a:avLst>
                <a:gd name="adj" fmla="val 5368"/>
              </a:avLst>
            </a:prstGeom>
            <a:solidFill>
              <a:srgbClr val="5F8F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3" name="Google Shape;323;p23"/>
            <p:cNvGrpSpPr/>
            <p:nvPr/>
          </p:nvGrpSpPr>
          <p:grpSpPr>
            <a:xfrm>
              <a:off x="-2206074" y="809586"/>
              <a:ext cx="3257475" cy="3524250"/>
              <a:chOff x="-2206074" y="819150"/>
              <a:chExt cx="3257475" cy="3524250"/>
            </a:xfrm>
          </p:grpSpPr>
          <p:grpSp>
            <p:nvGrpSpPr>
              <p:cNvPr id="324" name="Google Shape;324;p23"/>
              <p:cNvGrpSpPr/>
              <p:nvPr/>
            </p:nvGrpSpPr>
            <p:grpSpPr>
              <a:xfrm>
                <a:off x="-2206074" y="81915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325" name="Google Shape;325;p23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" name="Google Shape;326;p23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27" name="Google Shape;327;p23"/>
              <p:cNvGrpSpPr/>
              <p:nvPr/>
            </p:nvGrpSpPr>
            <p:grpSpPr>
              <a:xfrm>
                <a:off x="-2206074" y="336240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328" name="Google Shape;328;p23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" name="Google Shape;329;p23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TITLE_AND_DESCRIPTION_1_1_1">
    <p:bg>
      <p:bgPr>
        <a:solidFill>
          <a:schemeClr val="lt2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24"/>
          <p:cNvGrpSpPr/>
          <p:nvPr/>
        </p:nvGrpSpPr>
        <p:grpSpPr>
          <a:xfrm rot="899857">
            <a:off x="7222308" y="1648662"/>
            <a:ext cx="1711973" cy="1846180"/>
            <a:chOff x="-3361711" y="308336"/>
            <a:chExt cx="3987600" cy="4300200"/>
          </a:xfrm>
        </p:grpSpPr>
        <p:grpSp>
          <p:nvGrpSpPr>
            <p:cNvPr id="332" name="Google Shape;332;p24"/>
            <p:cNvGrpSpPr/>
            <p:nvPr/>
          </p:nvGrpSpPr>
          <p:grpSpPr>
            <a:xfrm>
              <a:off x="-3361711" y="308336"/>
              <a:ext cx="3987600" cy="4300200"/>
              <a:chOff x="-2571136" y="421611"/>
              <a:chExt cx="3987600" cy="4300200"/>
            </a:xfrm>
          </p:grpSpPr>
          <p:sp>
            <p:nvSpPr>
              <p:cNvPr id="333" name="Google Shape;333;p24"/>
              <p:cNvSpPr/>
              <p:nvPr/>
            </p:nvSpPr>
            <p:spPr>
              <a:xfrm>
                <a:off x="-2571136" y="421611"/>
                <a:ext cx="3987600" cy="4300200"/>
              </a:xfrm>
              <a:prstGeom prst="roundRect">
                <a:avLst>
                  <a:gd name="adj" fmla="val 5368"/>
                </a:avLst>
              </a:prstGeom>
              <a:solidFill>
                <a:srgbClr val="C3AF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4" name="Google Shape;334;p24"/>
              <p:cNvGrpSpPr/>
              <p:nvPr/>
            </p:nvGrpSpPr>
            <p:grpSpPr>
              <a:xfrm>
                <a:off x="-2206074" y="809586"/>
                <a:ext cx="3257475" cy="3524250"/>
                <a:chOff x="-2206074" y="819150"/>
                <a:chExt cx="3257475" cy="3524250"/>
              </a:xfrm>
            </p:grpSpPr>
            <p:grpSp>
              <p:nvGrpSpPr>
                <p:cNvPr id="335" name="Google Shape;335;p24"/>
                <p:cNvGrpSpPr/>
                <p:nvPr/>
              </p:nvGrpSpPr>
              <p:grpSpPr>
                <a:xfrm>
                  <a:off x="-2206074" y="81915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336" name="Google Shape;336;p24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7" name="Google Shape;337;p24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38" name="Google Shape;338;p24"/>
                <p:cNvGrpSpPr/>
                <p:nvPr/>
              </p:nvGrpSpPr>
              <p:grpSpPr>
                <a:xfrm>
                  <a:off x="-2206074" y="336240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339" name="Google Shape;339;p24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0" name="Google Shape;340;p24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341" name="Google Shape;341;p24"/>
            <p:cNvSpPr/>
            <p:nvPr/>
          </p:nvSpPr>
          <p:spPr>
            <a:xfrm>
              <a:off x="-1858399" y="1967936"/>
              <a:ext cx="981000" cy="981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" name="Google Shape;342;p24"/>
          <p:cNvGrpSpPr/>
          <p:nvPr/>
        </p:nvGrpSpPr>
        <p:grpSpPr>
          <a:xfrm rot="-899857" flipH="1">
            <a:off x="209708" y="1648662"/>
            <a:ext cx="1711973" cy="1846180"/>
            <a:chOff x="-2571136" y="421611"/>
            <a:chExt cx="3987600" cy="4300200"/>
          </a:xfrm>
        </p:grpSpPr>
        <p:sp>
          <p:nvSpPr>
            <p:cNvPr id="343" name="Google Shape;343;p24"/>
            <p:cNvSpPr/>
            <p:nvPr/>
          </p:nvSpPr>
          <p:spPr>
            <a:xfrm>
              <a:off x="-2571136" y="421611"/>
              <a:ext cx="3987600" cy="4300200"/>
            </a:xfrm>
            <a:prstGeom prst="roundRect">
              <a:avLst>
                <a:gd name="adj" fmla="val 5368"/>
              </a:avLst>
            </a:prstGeom>
            <a:solidFill>
              <a:srgbClr val="C3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4" name="Google Shape;344;p24"/>
            <p:cNvGrpSpPr/>
            <p:nvPr/>
          </p:nvGrpSpPr>
          <p:grpSpPr>
            <a:xfrm>
              <a:off x="-2206074" y="809586"/>
              <a:ext cx="3257475" cy="3524250"/>
              <a:chOff x="-2206074" y="819150"/>
              <a:chExt cx="3257475" cy="3524250"/>
            </a:xfrm>
          </p:grpSpPr>
          <p:grpSp>
            <p:nvGrpSpPr>
              <p:cNvPr id="345" name="Google Shape;345;p24"/>
              <p:cNvGrpSpPr/>
              <p:nvPr/>
            </p:nvGrpSpPr>
            <p:grpSpPr>
              <a:xfrm>
                <a:off x="-2206074" y="81915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346" name="Google Shape;346;p24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7" name="Google Shape;347;p24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48" name="Google Shape;348;p24"/>
              <p:cNvGrpSpPr/>
              <p:nvPr/>
            </p:nvGrpSpPr>
            <p:grpSpPr>
              <a:xfrm>
                <a:off x="-2206074" y="336240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349" name="Google Shape;349;p24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" name="Google Shape;350;p24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"/>
          <p:cNvSpPr txBox="1">
            <a:spLocks noGrp="1"/>
          </p:cNvSpPr>
          <p:nvPr>
            <p:ph type="ctrTitle"/>
          </p:nvPr>
        </p:nvSpPr>
        <p:spPr>
          <a:xfrm>
            <a:off x="716625" y="874625"/>
            <a:ext cx="3760200" cy="282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7200">
                <a:solidFill>
                  <a:schemeClr val="accent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  <a:highlight>
                  <a:srgbClr val="291F4D"/>
                </a:highlight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  <a:highlight>
                  <a:srgbClr val="291F4D"/>
                </a:highlight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  <a:highlight>
                  <a:srgbClr val="291F4D"/>
                </a:highlight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  <a:highlight>
                  <a:srgbClr val="291F4D"/>
                </a:highlight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  <a:highlight>
                  <a:srgbClr val="291F4D"/>
                </a:highlight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  <a:highlight>
                  <a:srgbClr val="291F4D"/>
                </a:highlight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  <a:highlight>
                  <a:srgbClr val="291F4D"/>
                </a:highlight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  <a:highlight>
                  <a:srgbClr val="291F4D"/>
                </a:highlight>
              </a:defRPr>
            </a:lvl9pPr>
          </a:lstStyle>
          <a:p>
            <a:endParaRPr/>
          </a:p>
        </p:txBody>
      </p:sp>
      <p:sp>
        <p:nvSpPr>
          <p:cNvPr id="356" name="Google Shape;356;p26"/>
          <p:cNvSpPr txBox="1">
            <a:spLocks noGrp="1"/>
          </p:cNvSpPr>
          <p:nvPr>
            <p:ph type="subTitle" idx="1"/>
          </p:nvPr>
        </p:nvSpPr>
        <p:spPr>
          <a:xfrm>
            <a:off x="716625" y="3724988"/>
            <a:ext cx="2426700" cy="6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1F4D"/>
              </a:buClr>
              <a:buSzPts val="1600"/>
              <a:buFont typeface="Source Sans Pro"/>
              <a:buNone/>
              <a:defRPr sz="18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1F4D"/>
              </a:buClr>
              <a:buSzPts val="1800"/>
              <a:buFont typeface="Source Sans Pro"/>
              <a:buNone/>
              <a:defRPr sz="1800">
                <a:solidFill>
                  <a:srgbClr val="291F4D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1F4D"/>
              </a:buClr>
              <a:buSzPts val="1800"/>
              <a:buFont typeface="Source Sans Pro"/>
              <a:buNone/>
              <a:defRPr sz="1800">
                <a:solidFill>
                  <a:srgbClr val="291F4D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1F4D"/>
              </a:buClr>
              <a:buSzPts val="1800"/>
              <a:buFont typeface="Source Sans Pro"/>
              <a:buNone/>
              <a:defRPr sz="1800">
                <a:solidFill>
                  <a:srgbClr val="291F4D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1F4D"/>
              </a:buClr>
              <a:buSzPts val="1800"/>
              <a:buFont typeface="Source Sans Pro"/>
              <a:buNone/>
              <a:defRPr sz="1800">
                <a:solidFill>
                  <a:srgbClr val="291F4D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1F4D"/>
              </a:buClr>
              <a:buSzPts val="1800"/>
              <a:buFont typeface="Source Sans Pro"/>
              <a:buNone/>
              <a:defRPr sz="1800">
                <a:solidFill>
                  <a:srgbClr val="291F4D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1F4D"/>
              </a:buClr>
              <a:buSzPts val="1800"/>
              <a:buFont typeface="Source Sans Pro"/>
              <a:buNone/>
              <a:defRPr sz="1800">
                <a:solidFill>
                  <a:srgbClr val="291F4D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1F4D"/>
              </a:buClr>
              <a:buSzPts val="1800"/>
              <a:buFont typeface="Source Sans Pro"/>
              <a:buNone/>
              <a:defRPr sz="1800">
                <a:solidFill>
                  <a:srgbClr val="291F4D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1F4D"/>
              </a:buClr>
              <a:buSzPts val="1800"/>
              <a:buFont typeface="Source Sans Pro"/>
              <a:buNone/>
              <a:defRPr sz="1800">
                <a:solidFill>
                  <a:srgbClr val="291F4D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357" name="Google Shape;357;p26"/>
          <p:cNvSpPr txBox="1"/>
          <p:nvPr/>
        </p:nvSpPr>
        <p:spPr>
          <a:xfrm rot="-1717625" flipH="1">
            <a:off x="6429626" y="1205513"/>
            <a:ext cx="2639912" cy="4087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rPr>
              <a:t>¿</a:t>
            </a:r>
            <a:endParaRPr sz="30000">
              <a:solidFill>
                <a:schemeClr val="accent4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358" name="Google Shape;358;p26"/>
          <p:cNvSpPr txBox="1"/>
          <p:nvPr/>
        </p:nvSpPr>
        <p:spPr>
          <a:xfrm rot="-9898604" flipH="1">
            <a:off x="3762592" y="-185164"/>
            <a:ext cx="2639931" cy="408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rPr>
              <a:t>¿</a:t>
            </a:r>
            <a:endParaRPr sz="30000">
              <a:solidFill>
                <a:schemeClr val="accent4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2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27"/>
          <p:cNvGrpSpPr/>
          <p:nvPr/>
        </p:nvGrpSpPr>
        <p:grpSpPr>
          <a:xfrm flipH="1">
            <a:off x="4179311" y="-21003"/>
            <a:ext cx="4964700" cy="5185500"/>
            <a:chOff x="4227036" y="7547"/>
            <a:chExt cx="4964700" cy="5185500"/>
          </a:xfrm>
        </p:grpSpPr>
        <p:sp>
          <p:nvSpPr>
            <p:cNvPr id="361" name="Google Shape;361;p27"/>
            <p:cNvSpPr/>
            <p:nvPr/>
          </p:nvSpPr>
          <p:spPr>
            <a:xfrm rot="-899950" flipH="1">
              <a:off x="4715607" y="450278"/>
              <a:ext cx="3987558" cy="4300039"/>
            </a:xfrm>
            <a:prstGeom prst="roundRect">
              <a:avLst>
                <a:gd name="adj" fmla="val 5368"/>
              </a:avLst>
            </a:prstGeom>
            <a:solidFill>
              <a:srgbClr val="DA7280"/>
            </a:solidFill>
            <a:ln w="9525" cap="flat" cmpd="sng">
              <a:solidFill>
                <a:srgbClr val="DA72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2" name="Google Shape;362;p27"/>
            <p:cNvGrpSpPr/>
            <p:nvPr/>
          </p:nvGrpSpPr>
          <p:grpSpPr>
            <a:xfrm rot="-899960" flipH="1">
              <a:off x="5080682" y="838252"/>
              <a:ext cx="3257378" cy="3524145"/>
              <a:chOff x="-2206074" y="819150"/>
              <a:chExt cx="3257475" cy="3524250"/>
            </a:xfrm>
          </p:grpSpPr>
          <p:grpSp>
            <p:nvGrpSpPr>
              <p:cNvPr id="363" name="Google Shape;363;p27"/>
              <p:cNvGrpSpPr/>
              <p:nvPr/>
            </p:nvGrpSpPr>
            <p:grpSpPr>
              <a:xfrm>
                <a:off x="-2206074" y="81915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364" name="Google Shape;364;p27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5" name="Google Shape;365;p27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6" name="Google Shape;366;p27"/>
              <p:cNvGrpSpPr/>
              <p:nvPr/>
            </p:nvGrpSpPr>
            <p:grpSpPr>
              <a:xfrm>
                <a:off x="-2206074" y="336240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367" name="Google Shape;367;p27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8" name="Google Shape;368;p27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69" name="Google Shape;369;p27"/>
          <p:cNvSpPr txBox="1">
            <a:spLocks noGrp="1"/>
          </p:cNvSpPr>
          <p:nvPr>
            <p:ph type="title"/>
          </p:nvPr>
        </p:nvSpPr>
        <p:spPr>
          <a:xfrm>
            <a:off x="6038480" y="1914463"/>
            <a:ext cx="2385600" cy="5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0" name="Google Shape;370;p27"/>
          <p:cNvSpPr txBox="1">
            <a:spLocks noGrp="1"/>
          </p:cNvSpPr>
          <p:nvPr>
            <p:ph type="title" idx="2" hasCustomPrompt="1"/>
          </p:nvPr>
        </p:nvSpPr>
        <p:spPr>
          <a:xfrm>
            <a:off x="3721350" y="1878300"/>
            <a:ext cx="2024700" cy="138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1" name="Google Shape;371;p27"/>
          <p:cNvSpPr txBox="1">
            <a:spLocks noGrp="1"/>
          </p:cNvSpPr>
          <p:nvPr>
            <p:ph type="subTitle" idx="1"/>
          </p:nvPr>
        </p:nvSpPr>
        <p:spPr>
          <a:xfrm>
            <a:off x="6032400" y="2526438"/>
            <a:ext cx="2391300" cy="7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oogle Shape;396;p29"/>
          <p:cNvGrpSpPr/>
          <p:nvPr/>
        </p:nvGrpSpPr>
        <p:grpSpPr>
          <a:xfrm>
            <a:off x="7012442" y="2917210"/>
            <a:ext cx="2131500" cy="2226300"/>
            <a:chOff x="7012442" y="2917195"/>
            <a:chExt cx="2131500" cy="2226300"/>
          </a:xfrm>
        </p:grpSpPr>
        <p:sp>
          <p:nvSpPr>
            <p:cNvPr id="397" name="Google Shape;397;p29"/>
            <p:cNvSpPr/>
            <p:nvPr/>
          </p:nvSpPr>
          <p:spPr>
            <a:xfrm rot="900037">
              <a:off x="7222223" y="3107281"/>
              <a:ext cx="1711938" cy="1846129"/>
            </a:xfrm>
            <a:prstGeom prst="roundRect">
              <a:avLst>
                <a:gd name="adj" fmla="val 5368"/>
              </a:avLst>
            </a:prstGeom>
            <a:solidFill>
              <a:srgbClr val="5F8F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9"/>
            <p:cNvSpPr/>
            <p:nvPr/>
          </p:nvSpPr>
          <p:spPr>
            <a:xfrm rot="899198">
              <a:off x="7867772" y="3819737"/>
              <a:ext cx="421124" cy="42112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9" name="Google Shape;399;p29"/>
          <p:cNvGrpSpPr/>
          <p:nvPr/>
        </p:nvGrpSpPr>
        <p:grpSpPr>
          <a:xfrm>
            <a:off x="47" y="10"/>
            <a:ext cx="2131500" cy="2226300"/>
            <a:chOff x="47" y="-5"/>
            <a:chExt cx="2131500" cy="2226300"/>
          </a:xfrm>
        </p:grpSpPr>
        <p:sp>
          <p:nvSpPr>
            <p:cNvPr id="400" name="Google Shape;400;p29"/>
            <p:cNvSpPr/>
            <p:nvPr/>
          </p:nvSpPr>
          <p:spPr>
            <a:xfrm rot="-900037" flipH="1">
              <a:off x="209828" y="190081"/>
              <a:ext cx="1711938" cy="1846129"/>
            </a:xfrm>
            <a:prstGeom prst="roundRect">
              <a:avLst>
                <a:gd name="adj" fmla="val 5368"/>
              </a:avLst>
            </a:prstGeom>
            <a:solidFill>
              <a:srgbClr val="5F8F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1" name="Google Shape;401;p29"/>
            <p:cNvGrpSpPr/>
            <p:nvPr/>
          </p:nvGrpSpPr>
          <p:grpSpPr>
            <a:xfrm rot="-899857" flipH="1">
              <a:off x="366438" y="356630"/>
              <a:ext cx="1398513" cy="1513046"/>
              <a:chOff x="-2206074" y="819150"/>
              <a:chExt cx="3257475" cy="3524250"/>
            </a:xfrm>
          </p:grpSpPr>
          <p:sp>
            <p:nvSpPr>
              <p:cNvPr id="402" name="Google Shape;402;p29"/>
              <p:cNvSpPr/>
              <p:nvPr/>
            </p:nvSpPr>
            <p:spPr>
              <a:xfrm>
                <a:off x="-2206074" y="819150"/>
                <a:ext cx="981000" cy="981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9"/>
              <p:cNvSpPr/>
              <p:nvPr/>
            </p:nvSpPr>
            <p:spPr>
              <a:xfrm>
                <a:off x="70401" y="3362400"/>
                <a:ext cx="981000" cy="981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4" name="Google Shape;404;p29"/>
            <p:cNvSpPr/>
            <p:nvPr/>
          </p:nvSpPr>
          <p:spPr>
            <a:xfrm rot="-899198" flipH="1">
              <a:off x="855093" y="902537"/>
              <a:ext cx="421124" cy="42112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5" name="Google Shape;405;p2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06" name="Google Shape;406;p29"/>
          <p:cNvSpPr txBox="1">
            <a:spLocks noGrp="1"/>
          </p:cNvSpPr>
          <p:nvPr>
            <p:ph type="subTitle" idx="1"/>
          </p:nvPr>
        </p:nvSpPr>
        <p:spPr>
          <a:xfrm>
            <a:off x="1382650" y="3063350"/>
            <a:ext cx="24834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407" name="Google Shape;407;p29"/>
          <p:cNvSpPr txBox="1">
            <a:spLocks noGrp="1"/>
          </p:cNvSpPr>
          <p:nvPr>
            <p:ph type="subTitle" idx="2"/>
          </p:nvPr>
        </p:nvSpPr>
        <p:spPr>
          <a:xfrm>
            <a:off x="1551700" y="3600300"/>
            <a:ext cx="2145300" cy="7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08" name="Google Shape;408;p29"/>
          <p:cNvSpPr txBox="1">
            <a:spLocks noGrp="1"/>
          </p:cNvSpPr>
          <p:nvPr>
            <p:ph type="subTitle" idx="3"/>
          </p:nvPr>
        </p:nvSpPr>
        <p:spPr>
          <a:xfrm>
            <a:off x="5277950" y="3063350"/>
            <a:ext cx="24834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409" name="Google Shape;409;p29"/>
          <p:cNvSpPr txBox="1">
            <a:spLocks noGrp="1"/>
          </p:cNvSpPr>
          <p:nvPr>
            <p:ph type="subTitle" idx="4"/>
          </p:nvPr>
        </p:nvSpPr>
        <p:spPr>
          <a:xfrm>
            <a:off x="5375300" y="3600300"/>
            <a:ext cx="2288700" cy="7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lt1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31"/>
          <p:cNvGrpSpPr/>
          <p:nvPr/>
        </p:nvGrpSpPr>
        <p:grpSpPr>
          <a:xfrm rot="899960">
            <a:off x="4715630" y="450288"/>
            <a:ext cx="3987481" cy="4300072"/>
            <a:chOff x="-3361711" y="308336"/>
            <a:chExt cx="3987600" cy="4300200"/>
          </a:xfrm>
        </p:grpSpPr>
        <p:grpSp>
          <p:nvGrpSpPr>
            <p:cNvPr id="423" name="Google Shape;423;p31"/>
            <p:cNvGrpSpPr/>
            <p:nvPr/>
          </p:nvGrpSpPr>
          <p:grpSpPr>
            <a:xfrm>
              <a:off x="-3361711" y="308336"/>
              <a:ext cx="3987600" cy="4300200"/>
              <a:chOff x="-2571136" y="421611"/>
              <a:chExt cx="3987600" cy="4300200"/>
            </a:xfrm>
          </p:grpSpPr>
          <p:sp>
            <p:nvSpPr>
              <p:cNvPr id="424" name="Google Shape;424;p31"/>
              <p:cNvSpPr/>
              <p:nvPr/>
            </p:nvSpPr>
            <p:spPr>
              <a:xfrm>
                <a:off x="-2571136" y="421611"/>
                <a:ext cx="3987600" cy="4300200"/>
              </a:xfrm>
              <a:prstGeom prst="roundRect">
                <a:avLst>
                  <a:gd name="adj" fmla="val 5368"/>
                </a:avLst>
              </a:prstGeom>
              <a:solidFill>
                <a:srgbClr val="669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5" name="Google Shape;425;p31"/>
              <p:cNvGrpSpPr/>
              <p:nvPr/>
            </p:nvGrpSpPr>
            <p:grpSpPr>
              <a:xfrm>
                <a:off x="-2206074" y="809586"/>
                <a:ext cx="3257475" cy="3524250"/>
                <a:chOff x="-2206074" y="819150"/>
                <a:chExt cx="3257475" cy="3524250"/>
              </a:xfrm>
            </p:grpSpPr>
            <p:grpSp>
              <p:nvGrpSpPr>
                <p:cNvPr id="426" name="Google Shape;426;p31"/>
                <p:cNvGrpSpPr/>
                <p:nvPr/>
              </p:nvGrpSpPr>
              <p:grpSpPr>
                <a:xfrm>
                  <a:off x="-2206074" y="81915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427" name="Google Shape;427;p31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8" name="Google Shape;428;p31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29" name="Google Shape;429;p31"/>
                <p:cNvGrpSpPr/>
                <p:nvPr/>
              </p:nvGrpSpPr>
              <p:grpSpPr>
                <a:xfrm>
                  <a:off x="-2206074" y="336240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430" name="Google Shape;430;p31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1" name="Google Shape;431;p31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432" name="Google Shape;432;p31"/>
            <p:cNvSpPr/>
            <p:nvPr/>
          </p:nvSpPr>
          <p:spPr>
            <a:xfrm>
              <a:off x="-1858399" y="1967936"/>
              <a:ext cx="981000" cy="9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3" name="Google Shape;433;p3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31"/>
          <p:cNvSpPr txBox="1">
            <a:spLocks noGrp="1"/>
          </p:cNvSpPr>
          <p:nvPr>
            <p:ph type="body" idx="1"/>
          </p:nvPr>
        </p:nvSpPr>
        <p:spPr>
          <a:xfrm>
            <a:off x="715725" y="1295400"/>
            <a:ext cx="3853800" cy="25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35" name="Google Shape;435;p31"/>
          <p:cNvSpPr txBox="1"/>
          <p:nvPr/>
        </p:nvSpPr>
        <p:spPr>
          <a:xfrm rot="-665646" flipH="1">
            <a:off x="6911595" y="357094"/>
            <a:ext cx="859054" cy="1211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rPr>
              <a:t>¿</a:t>
            </a:r>
            <a:endParaRPr sz="8000">
              <a:solidFill>
                <a:schemeClr val="dk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436" name="Google Shape;436;p31"/>
          <p:cNvSpPr txBox="1"/>
          <p:nvPr/>
        </p:nvSpPr>
        <p:spPr>
          <a:xfrm rot="-9272901" flipH="1">
            <a:off x="7835846" y="2160468"/>
            <a:ext cx="821642" cy="1089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rPr>
              <a:t>¿</a:t>
            </a:r>
            <a:endParaRPr sz="8000">
              <a:solidFill>
                <a:schemeClr val="dk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2"/>
          <p:cNvSpPr txBox="1">
            <a:spLocks noGrp="1"/>
          </p:cNvSpPr>
          <p:nvPr>
            <p:ph type="title"/>
          </p:nvPr>
        </p:nvSpPr>
        <p:spPr>
          <a:xfrm>
            <a:off x="1273950" y="1183200"/>
            <a:ext cx="6596100" cy="27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39" name="Google Shape;439;p32"/>
          <p:cNvGrpSpPr/>
          <p:nvPr/>
        </p:nvGrpSpPr>
        <p:grpSpPr>
          <a:xfrm rot="-899857" flipH="1">
            <a:off x="209708" y="190062"/>
            <a:ext cx="1711973" cy="1846180"/>
            <a:chOff x="-3361711" y="308336"/>
            <a:chExt cx="3987600" cy="4300200"/>
          </a:xfrm>
        </p:grpSpPr>
        <p:grpSp>
          <p:nvGrpSpPr>
            <p:cNvPr id="440" name="Google Shape;440;p32"/>
            <p:cNvGrpSpPr/>
            <p:nvPr/>
          </p:nvGrpSpPr>
          <p:grpSpPr>
            <a:xfrm>
              <a:off x="-3361711" y="308336"/>
              <a:ext cx="3987600" cy="4300200"/>
              <a:chOff x="-2571136" y="421611"/>
              <a:chExt cx="3987600" cy="4300200"/>
            </a:xfrm>
          </p:grpSpPr>
          <p:sp>
            <p:nvSpPr>
              <p:cNvPr id="441" name="Google Shape;441;p32"/>
              <p:cNvSpPr/>
              <p:nvPr/>
            </p:nvSpPr>
            <p:spPr>
              <a:xfrm>
                <a:off x="-2571136" y="421611"/>
                <a:ext cx="3987600" cy="4300200"/>
              </a:xfrm>
              <a:prstGeom prst="roundRect">
                <a:avLst>
                  <a:gd name="adj" fmla="val 5368"/>
                </a:avLst>
              </a:prstGeom>
              <a:solidFill>
                <a:srgbClr val="DA72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42" name="Google Shape;442;p32"/>
              <p:cNvGrpSpPr/>
              <p:nvPr/>
            </p:nvGrpSpPr>
            <p:grpSpPr>
              <a:xfrm>
                <a:off x="-2206074" y="809586"/>
                <a:ext cx="3257475" cy="3524250"/>
                <a:chOff x="-2206074" y="819150"/>
                <a:chExt cx="3257475" cy="3524250"/>
              </a:xfrm>
            </p:grpSpPr>
            <p:grpSp>
              <p:nvGrpSpPr>
                <p:cNvPr id="443" name="Google Shape;443;p32"/>
                <p:cNvGrpSpPr/>
                <p:nvPr/>
              </p:nvGrpSpPr>
              <p:grpSpPr>
                <a:xfrm>
                  <a:off x="-2206074" y="81915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444" name="Google Shape;444;p32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5" name="Google Shape;445;p32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46" name="Google Shape;446;p32"/>
                <p:cNvGrpSpPr/>
                <p:nvPr/>
              </p:nvGrpSpPr>
              <p:grpSpPr>
                <a:xfrm>
                  <a:off x="-2206074" y="336240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447" name="Google Shape;447;p32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8" name="Google Shape;448;p32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449" name="Google Shape;449;p32"/>
            <p:cNvSpPr/>
            <p:nvPr/>
          </p:nvSpPr>
          <p:spPr>
            <a:xfrm>
              <a:off x="-1858399" y="1967936"/>
              <a:ext cx="981000" cy="981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32"/>
          <p:cNvGrpSpPr/>
          <p:nvPr/>
        </p:nvGrpSpPr>
        <p:grpSpPr>
          <a:xfrm rot="899857">
            <a:off x="7222308" y="3107262"/>
            <a:ext cx="1711973" cy="1846180"/>
            <a:chOff x="-2571136" y="421611"/>
            <a:chExt cx="3987600" cy="4300200"/>
          </a:xfrm>
        </p:grpSpPr>
        <p:sp>
          <p:nvSpPr>
            <p:cNvPr id="451" name="Google Shape;451;p32"/>
            <p:cNvSpPr/>
            <p:nvPr/>
          </p:nvSpPr>
          <p:spPr>
            <a:xfrm>
              <a:off x="-2571136" y="421611"/>
              <a:ext cx="3987600" cy="4300200"/>
            </a:xfrm>
            <a:prstGeom prst="roundRect">
              <a:avLst>
                <a:gd name="adj" fmla="val 5368"/>
              </a:avLst>
            </a:prstGeom>
            <a:solidFill>
              <a:srgbClr val="DA72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2" name="Google Shape;452;p32"/>
            <p:cNvGrpSpPr/>
            <p:nvPr/>
          </p:nvGrpSpPr>
          <p:grpSpPr>
            <a:xfrm>
              <a:off x="-2206074" y="809586"/>
              <a:ext cx="3257475" cy="3524250"/>
              <a:chOff x="-2206074" y="819150"/>
              <a:chExt cx="3257475" cy="3524250"/>
            </a:xfrm>
          </p:grpSpPr>
          <p:grpSp>
            <p:nvGrpSpPr>
              <p:cNvPr id="453" name="Google Shape;453;p32"/>
              <p:cNvGrpSpPr/>
              <p:nvPr/>
            </p:nvGrpSpPr>
            <p:grpSpPr>
              <a:xfrm>
                <a:off x="-2206074" y="81915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454" name="Google Shape;454;p32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" name="Google Shape;455;p32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56" name="Google Shape;456;p32"/>
              <p:cNvGrpSpPr/>
              <p:nvPr/>
            </p:nvGrpSpPr>
            <p:grpSpPr>
              <a:xfrm>
                <a:off x="-2206074" y="336240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457" name="Google Shape;457;p32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" name="Google Shape;458;p32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3"/>
          <p:cNvSpPr/>
          <p:nvPr/>
        </p:nvSpPr>
        <p:spPr>
          <a:xfrm>
            <a:off x="0" y="4662225"/>
            <a:ext cx="9143844" cy="499547"/>
          </a:xfrm>
          <a:custGeom>
            <a:avLst/>
            <a:gdLst/>
            <a:ahLst/>
            <a:cxnLst/>
            <a:rect l="l" t="t" r="r" b="b"/>
            <a:pathLst>
              <a:path w="269293" h="9441" extrusionOk="0">
                <a:moveTo>
                  <a:pt x="0" y="0"/>
                </a:moveTo>
                <a:lnTo>
                  <a:pt x="0" y="9441"/>
                </a:lnTo>
                <a:lnTo>
                  <a:pt x="269293" y="9441"/>
                </a:lnTo>
                <a:lnTo>
                  <a:pt x="269293" y="0"/>
                </a:lnTo>
                <a:close/>
              </a:path>
            </a:pathLst>
          </a:custGeom>
          <a:solidFill>
            <a:srgbClr val="AB44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33"/>
          <p:cNvSpPr txBox="1">
            <a:spLocks noGrp="1"/>
          </p:cNvSpPr>
          <p:nvPr>
            <p:ph type="title"/>
          </p:nvPr>
        </p:nvSpPr>
        <p:spPr>
          <a:xfrm>
            <a:off x="2785050" y="539500"/>
            <a:ext cx="3573900" cy="6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2" name="Google Shape;462;p33"/>
          <p:cNvSpPr txBox="1">
            <a:spLocks noGrp="1"/>
          </p:cNvSpPr>
          <p:nvPr>
            <p:ph type="subTitle" idx="1"/>
          </p:nvPr>
        </p:nvSpPr>
        <p:spPr>
          <a:xfrm>
            <a:off x="2302650" y="1219200"/>
            <a:ext cx="4538700" cy="13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463" name="Google Shape;463;p33"/>
          <p:cNvGrpSpPr/>
          <p:nvPr/>
        </p:nvGrpSpPr>
        <p:grpSpPr>
          <a:xfrm rot="-899857" flipH="1">
            <a:off x="209708" y="190062"/>
            <a:ext cx="1711973" cy="1846180"/>
            <a:chOff x="-3361711" y="308336"/>
            <a:chExt cx="3987600" cy="4300200"/>
          </a:xfrm>
        </p:grpSpPr>
        <p:grpSp>
          <p:nvGrpSpPr>
            <p:cNvPr id="464" name="Google Shape;464;p33"/>
            <p:cNvGrpSpPr/>
            <p:nvPr/>
          </p:nvGrpSpPr>
          <p:grpSpPr>
            <a:xfrm>
              <a:off x="-3361711" y="308336"/>
              <a:ext cx="3987600" cy="4300200"/>
              <a:chOff x="-2571136" y="421611"/>
              <a:chExt cx="3987600" cy="4300200"/>
            </a:xfrm>
          </p:grpSpPr>
          <p:sp>
            <p:nvSpPr>
              <p:cNvPr id="465" name="Google Shape;465;p33"/>
              <p:cNvSpPr/>
              <p:nvPr/>
            </p:nvSpPr>
            <p:spPr>
              <a:xfrm>
                <a:off x="-2571136" y="421611"/>
                <a:ext cx="3987600" cy="4300200"/>
              </a:xfrm>
              <a:prstGeom prst="roundRect">
                <a:avLst>
                  <a:gd name="adj" fmla="val 5368"/>
                </a:avLst>
              </a:prstGeom>
              <a:solidFill>
                <a:srgbClr val="DA72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66" name="Google Shape;466;p33"/>
              <p:cNvGrpSpPr/>
              <p:nvPr/>
            </p:nvGrpSpPr>
            <p:grpSpPr>
              <a:xfrm>
                <a:off x="-2206074" y="809586"/>
                <a:ext cx="3257475" cy="3524250"/>
                <a:chOff x="-2206074" y="819150"/>
                <a:chExt cx="3257475" cy="3524250"/>
              </a:xfrm>
            </p:grpSpPr>
            <p:grpSp>
              <p:nvGrpSpPr>
                <p:cNvPr id="467" name="Google Shape;467;p33"/>
                <p:cNvGrpSpPr/>
                <p:nvPr/>
              </p:nvGrpSpPr>
              <p:grpSpPr>
                <a:xfrm>
                  <a:off x="-2206074" y="81915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468" name="Google Shape;468;p33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33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70" name="Google Shape;470;p33"/>
                <p:cNvGrpSpPr/>
                <p:nvPr/>
              </p:nvGrpSpPr>
              <p:grpSpPr>
                <a:xfrm>
                  <a:off x="-2206074" y="336240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471" name="Google Shape;471;p33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2" name="Google Shape;472;p33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473" name="Google Shape;473;p33"/>
            <p:cNvSpPr/>
            <p:nvPr/>
          </p:nvSpPr>
          <p:spPr>
            <a:xfrm>
              <a:off x="-1858399" y="1967936"/>
              <a:ext cx="981000" cy="981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3"/>
          <p:cNvGrpSpPr/>
          <p:nvPr/>
        </p:nvGrpSpPr>
        <p:grpSpPr>
          <a:xfrm rot="899857">
            <a:off x="7222308" y="3107262"/>
            <a:ext cx="1711973" cy="1846180"/>
            <a:chOff x="-2571136" y="421611"/>
            <a:chExt cx="3987600" cy="4300200"/>
          </a:xfrm>
        </p:grpSpPr>
        <p:sp>
          <p:nvSpPr>
            <p:cNvPr id="475" name="Google Shape;475;p33"/>
            <p:cNvSpPr/>
            <p:nvPr/>
          </p:nvSpPr>
          <p:spPr>
            <a:xfrm>
              <a:off x="-2571136" y="421611"/>
              <a:ext cx="3987600" cy="4300200"/>
            </a:xfrm>
            <a:prstGeom prst="roundRect">
              <a:avLst>
                <a:gd name="adj" fmla="val 5368"/>
              </a:avLst>
            </a:prstGeom>
            <a:solidFill>
              <a:srgbClr val="DA72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6" name="Google Shape;476;p33"/>
            <p:cNvGrpSpPr/>
            <p:nvPr/>
          </p:nvGrpSpPr>
          <p:grpSpPr>
            <a:xfrm>
              <a:off x="-2206074" y="809586"/>
              <a:ext cx="3257475" cy="3524250"/>
              <a:chOff x="-2206074" y="819150"/>
              <a:chExt cx="3257475" cy="3524250"/>
            </a:xfrm>
          </p:grpSpPr>
          <p:grpSp>
            <p:nvGrpSpPr>
              <p:cNvPr id="477" name="Google Shape;477;p33"/>
              <p:cNvGrpSpPr/>
              <p:nvPr/>
            </p:nvGrpSpPr>
            <p:grpSpPr>
              <a:xfrm>
                <a:off x="-2206074" y="81915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478" name="Google Shape;478;p33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9" name="Google Shape;479;p33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0" name="Google Shape;480;p33"/>
              <p:cNvGrpSpPr/>
              <p:nvPr/>
            </p:nvGrpSpPr>
            <p:grpSpPr>
              <a:xfrm>
                <a:off x="-2206074" y="336240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481" name="Google Shape;481;p33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2" name="Google Shape;482;p33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5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4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707000" cy="140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5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2"/>
        </a:solidFill>
        <a:effectLst/>
      </p:bgPr>
    </p:bg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" name="Google Shape;486;p35"/>
          <p:cNvGrpSpPr/>
          <p:nvPr/>
        </p:nvGrpSpPr>
        <p:grpSpPr>
          <a:xfrm>
            <a:off x="-89" y="-21028"/>
            <a:ext cx="4964700" cy="5185500"/>
            <a:chOff x="4227036" y="7547"/>
            <a:chExt cx="4964700" cy="5185500"/>
          </a:xfrm>
        </p:grpSpPr>
        <p:sp>
          <p:nvSpPr>
            <p:cNvPr id="487" name="Google Shape;487;p35"/>
            <p:cNvSpPr/>
            <p:nvPr/>
          </p:nvSpPr>
          <p:spPr>
            <a:xfrm rot="-899950" flipH="1">
              <a:off x="4715607" y="450278"/>
              <a:ext cx="3987558" cy="4300039"/>
            </a:xfrm>
            <a:prstGeom prst="roundRect">
              <a:avLst>
                <a:gd name="adj" fmla="val 5368"/>
              </a:avLst>
            </a:prstGeom>
            <a:solidFill>
              <a:srgbClr val="DA7280"/>
            </a:solidFill>
            <a:ln w="9525" cap="flat" cmpd="sng">
              <a:solidFill>
                <a:srgbClr val="DA72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8" name="Google Shape;488;p35"/>
            <p:cNvGrpSpPr/>
            <p:nvPr/>
          </p:nvGrpSpPr>
          <p:grpSpPr>
            <a:xfrm rot="-899960" flipH="1">
              <a:off x="5080682" y="838252"/>
              <a:ext cx="3257378" cy="3524145"/>
              <a:chOff x="-2206074" y="819150"/>
              <a:chExt cx="3257475" cy="3524250"/>
            </a:xfrm>
          </p:grpSpPr>
          <p:grpSp>
            <p:nvGrpSpPr>
              <p:cNvPr id="489" name="Google Shape;489;p35"/>
              <p:cNvGrpSpPr/>
              <p:nvPr/>
            </p:nvGrpSpPr>
            <p:grpSpPr>
              <a:xfrm>
                <a:off x="-2206074" y="81915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490" name="Google Shape;490;p35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1" name="Google Shape;491;p35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92" name="Google Shape;492;p35"/>
              <p:cNvGrpSpPr/>
              <p:nvPr/>
            </p:nvGrpSpPr>
            <p:grpSpPr>
              <a:xfrm>
                <a:off x="-2206074" y="336240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493" name="Google Shape;493;p35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4" name="Google Shape;494;p35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495" name="Google Shape;495;p35"/>
          <p:cNvSpPr txBox="1">
            <a:spLocks noGrp="1"/>
          </p:cNvSpPr>
          <p:nvPr>
            <p:ph type="title" hasCustomPrompt="1"/>
          </p:nvPr>
        </p:nvSpPr>
        <p:spPr>
          <a:xfrm>
            <a:off x="1614450" y="1032225"/>
            <a:ext cx="5915100" cy="10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6" name="Google Shape;496;p35"/>
          <p:cNvSpPr txBox="1">
            <a:spLocks noGrp="1"/>
          </p:cNvSpPr>
          <p:nvPr>
            <p:ph type="title" idx="2"/>
          </p:nvPr>
        </p:nvSpPr>
        <p:spPr>
          <a:xfrm>
            <a:off x="1714500" y="2110425"/>
            <a:ext cx="5715000" cy="4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bg>
      <p:bgPr>
        <a:solidFill>
          <a:schemeClr val="lt1"/>
        </a:solidFill>
        <a:effectLst/>
      </p:bgPr>
    </p:bg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499;p37"/>
          <p:cNvGrpSpPr/>
          <p:nvPr/>
        </p:nvGrpSpPr>
        <p:grpSpPr>
          <a:xfrm rot="10800000" flipH="1">
            <a:off x="7012442" y="10"/>
            <a:ext cx="2131500" cy="2226300"/>
            <a:chOff x="7012442" y="2917195"/>
            <a:chExt cx="2131500" cy="2226300"/>
          </a:xfrm>
        </p:grpSpPr>
        <p:sp>
          <p:nvSpPr>
            <p:cNvPr id="500" name="Google Shape;500;p37"/>
            <p:cNvSpPr/>
            <p:nvPr/>
          </p:nvSpPr>
          <p:spPr>
            <a:xfrm rot="900037">
              <a:off x="7222223" y="3107281"/>
              <a:ext cx="1711938" cy="1846129"/>
            </a:xfrm>
            <a:prstGeom prst="roundRect">
              <a:avLst>
                <a:gd name="adj" fmla="val 5368"/>
              </a:avLst>
            </a:prstGeom>
            <a:solidFill>
              <a:srgbClr val="5F8F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7"/>
            <p:cNvSpPr/>
            <p:nvPr/>
          </p:nvSpPr>
          <p:spPr>
            <a:xfrm rot="899198">
              <a:off x="7867772" y="3819737"/>
              <a:ext cx="421124" cy="42112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2" name="Google Shape;502;p37"/>
          <p:cNvGrpSpPr/>
          <p:nvPr/>
        </p:nvGrpSpPr>
        <p:grpSpPr>
          <a:xfrm rot="10800000" flipH="1">
            <a:off x="47" y="2917210"/>
            <a:ext cx="2131500" cy="2226300"/>
            <a:chOff x="47" y="-5"/>
            <a:chExt cx="2131500" cy="2226300"/>
          </a:xfrm>
        </p:grpSpPr>
        <p:sp>
          <p:nvSpPr>
            <p:cNvPr id="503" name="Google Shape;503;p37"/>
            <p:cNvSpPr/>
            <p:nvPr/>
          </p:nvSpPr>
          <p:spPr>
            <a:xfrm rot="-900037" flipH="1">
              <a:off x="209828" y="190081"/>
              <a:ext cx="1711938" cy="1846129"/>
            </a:xfrm>
            <a:prstGeom prst="roundRect">
              <a:avLst>
                <a:gd name="adj" fmla="val 5368"/>
              </a:avLst>
            </a:prstGeom>
            <a:solidFill>
              <a:srgbClr val="5F8F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37"/>
            <p:cNvGrpSpPr/>
            <p:nvPr/>
          </p:nvGrpSpPr>
          <p:grpSpPr>
            <a:xfrm rot="-899857" flipH="1">
              <a:off x="366438" y="356630"/>
              <a:ext cx="1398513" cy="1513046"/>
              <a:chOff x="-2206074" y="819150"/>
              <a:chExt cx="3257475" cy="3524250"/>
            </a:xfrm>
          </p:grpSpPr>
          <p:sp>
            <p:nvSpPr>
              <p:cNvPr id="505" name="Google Shape;505;p37"/>
              <p:cNvSpPr/>
              <p:nvPr/>
            </p:nvSpPr>
            <p:spPr>
              <a:xfrm>
                <a:off x="-2206074" y="819150"/>
                <a:ext cx="981000" cy="981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7"/>
              <p:cNvSpPr/>
              <p:nvPr/>
            </p:nvSpPr>
            <p:spPr>
              <a:xfrm>
                <a:off x="70401" y="3362400"/>
                <a:ext cx="981000" cy="981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7" name="Google Shape;507;p37"/>
            <p:cNvSpPr/>
            <p:nvPr/>
          </p:nvSpPr>
          <p:spPr>
            <a:xfrm rot="-899198" flipH="1">
              <a:off x="855093" y="902537"/>
              <a:ext cx="421124" cy="42112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8" name="Google Shape;508;p3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ilita One"/>
              <a:buNone/>
              <a:defRPr sz="3200">
                <a:solidFill>
                  <a:schemeClr val="accent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ubblegum Sans"/>
              <a:buNone/>
              <a:defRPr sz="2800">
                <a:solidFill>
                  <a:srgbClr val="FFFFFF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ubblegum Sans"/>
              <a:buNone/>
              <a:defRPr sz="2800">
                <a:solidFill>
                  <a:srgbClr val="FFFFFF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ubblegum Sans"/>
              <a:buNone/>
              <a:defRPr sz="2800">
                <a:solidFill>
                  <a:srgbClr val="FFFFFF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ubblegum Sans"/>
              <a:buNone/>
              <a:defRPr sz="2800">
                <a:solidFill>
                  <a:srgbClr val="FFFFFF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ubblegum Sans"/>
              <a:buNone/>
              <a:defRPr sz="2800">
                <a:solidFill>
                  <a:srgbClr val="FFFFFF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ubblegum Sans"/>
              <a:buNone/>
              <a:defRPr sz="2800">
                <a:solidFill>
                  <a:srgbClr val="FFFFFF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ubblegum Sans"/>
              <a:buNone/>
              <a:defRPr sz="2800">
                <a:solidFill>
                  <a:srgbClr val="FFFFFF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ubblegum Sans"/>
              <a:buNone/>
              <a:defRPr sz="2800">
                <a:solidFill>
                  <a:srgbClr val="FFFFFF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9pPr>
          </a:lstStyle>
          <a:p>
            <a:endParaRPr/>
          </a:p>
        </p:txBody>
      </p:sp>
      <p:sp>
        <p:nvSpPr>
          <p:cNvPr id="509" name="Google Shape;509;p37"/>
          <p:cNvSpPr txBox="1">
            <a:spLocks noGrp="1"/>
          </p:cNvSpPr>
          <p:nvPr>
            <p:ph type="title" idx="2" hasCustomPrompt="1"/>
          </p:nvPr>
        </p:nvSpPr>
        <p:spPr>
          <a:xfrm>
            <a:off x="4668038" y="1469900"/>
            <a:ext cx="1503900" cy="10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0" name="Google Shape;510;p37"/>
          <p:cNvSpPr txBox="1">
            <a:spLocks noGrp="1"/>
          </p:cNvSpPr>
          <p:nvPr>
            <p:ph type="subTitle" idx="1"/>
          </p:nvPr>
        </p:nvSpPr>
        <p:spPr>
          <a:xfrm>
            <a:off x="6228188" y="1502900"/>
            <a:ext cx="2179200" cy="44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Lilita One"/>
              <a:buNone/>
              <a:defRPr sz="2100">
                <a:solidFill>
                  <a:schemeClr val="l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11" name="Google Shape;511;p37"/>
          <p:cNvSpPr txBox="1">
            <a:spLocks noGrp="1"/>
          </p:cNvSpPr>
          <p:nvPr>
            <p:ph type="subTitle" idx="3"/>
          </p:nvPr>
        </p:nvSpPr>
        <p:spPr>
          <a:xfrm>
            <a:off x="6228188" y="1975350"/>
            <a:ext cx="237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16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37"/>
          <p:cNvSpPr txBox="1">
            <a:spLocks noGrp="1"/>
          </p:cNvSpPr>
          <p:nvPr>
            <p:ph type="title" idx="4" hasCustomPrompt="1"/>
          </p:nvPr>
        </p:nvSpPr>
        <p:spPr>
          <a:xfrm>
            <a:off x="4668038" y="3003900"/>
            <a:ext cx="1503900" cy="10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3" name="Google Shape;513;p37"/>
          <p:cNvSpPr txBox="1">
            <a:spLocks noGrp="1"/>
          </p:cNvSpPr>
          <p:nvPr>
            <p:ph type="subTitle" idx="5"/>
          </p:nvPr>
        </p:nvSpPr>
        <p:spPr>
          <a:xfrm>
            <a:off x="6228188" y="3036138"/>
            <a:ext cx="2179200" cy="44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Lilita One"/>
              <a:buNone/>
              <a:defRPr sz="2100">
                <a:solidFill>
                  <a:schemeClr val="l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14" name="Google Shape;514;p37"/>
          <p:cNvSpPr txBox="1">
            <a:spLocks noGrp="1"/>
          </p:cNvSpPr>
          <p:nvPr>
            <p:ph type="subTitle" idx="6"/>
          </p:nvPr>
        </p:nvSpPr>
        <p:spPr>
          <a:xfrm>
            <a:off x="6228188" y="3485538"/>
            <a:ext cx="237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16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15" name="Google Shape;515;p37"/>
          <p:cNvSpPr txBox="1">
            <a:spLocks noGrp="1"/>
          </p:cNvSpPr>
          <p:nvPr>
            <p:ph type="title" idx="7" hasCustomPrompt="1"/>
          </p:nvPr>
        </p:nvSpPr>
        <p:spPr>
          <a:xfrm>
            <a:off x="2971988" y="1469900"/>
            <a:ext cx="1503900" cy="10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6" name="Google Shape;516;p37"/>
          <p:cNvSpPr txBox="1">
            <a:spLocks noGrp="1"/>
          </p:cNvSpPr>
          <p:nvPr>
            <p:ph type="title" idx="8" hasCustomPrompt="1"/>
          </p:nvPr>
        </p:nvSpPr>
        <p:spPr>
          <a:xfrm>
            <a:off x="2971988" y="3003900"/>
            <a:ext cx="1503900" cy="10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8000">
                <a:solidFill>
                  <a:srgbClr val="FF5608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7" name="Google Shape;517;p37"/>
          <p:cNvSpPr txBox="1">
            <a:spLocks noGrp="1"/>
          </p:cNvSpPr>
          <p:nvPr>
            <p:ph type="subTitle" idx="9"/>
          </p:nvPr>
        </p:nvSpPr>
        <p:spPr>
          <a:xfrm>
            <a:off x="736613" y="1502900"/>
            <a:ext cx="2179200" cy="44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Lilita One"/>
              <a:buNone/>
              <a:defRPr sz="2100">
                <a:solidFill>
                  <a:schemeClr val="l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37"/>
          <p:cNvSpPr txBox="1">
            <a:spLocks noGrp="1"/>
          </p:cNvSpPr>
          <p:nvPr>
            <p:ph type="subTitle" idx="13"/>
          </p:nvPr>
        </p:nvSpPr>
        <p:spPr>
          <a:xfrm>
            <a:off x="545363" y="1975350"/>
            <a:ext cx="237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1600">
                <a:solidFill>
                  <a:schemeClr val="accen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37"/>
          <p:cNvSpPr txBox="1">
            <a:spLocks noGrp="1"/>
          </p:cNvSpPr>
          <p:nvPr>
            <p:ph type="subTitle" idx="14"/>
          </p:nvPr>
        </p:nvSpPr>
        <p:spPr>
          <a:xfrm>
            <a:off x="736613" y="3036138"/>
            <a:ext cx="2179200" cy="44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Lilita One"/>
              <a:buNone/>
              <a:defRPr sz="2100">
                <a:solidFill>
                  <a:schemeClr val="l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37"/>
          <p:cNvSpPr txBox="1">
            <a:spLocks noGrp="1"/>
          </p:cNvSpPr>
          <p:nvPr>
            <p:ph type="subTitle" idx="15"/>
          </p:nvPr>
        </p:nvSpPr>
        <p:spPr>
          <a:xfrm>
            <a:off x="545213" y="3485538"/>
            <a:ext cx="237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1600">
                <a:solidFill>
                  <a:schemeClr val="accen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bg>
      <p:bgPr>
        <a:solidFill>
          <a:schemeClr val="lt1"/>
        </a:solidFill>
        <a:effectLst/>
      </p:bgPr>
    </p:bg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" name="Google Shape;522;p38"/>
          <p:cNvGrpSpPr/>
          <p:nvPr/>
        </p:nvGrpSpPr>
        <p:grpSpPr>
          <a:xfrm rot="10800000" flipH="1">
            <a:off x="7012492" y="10"/>
            <a:ext cx="2131500" cy="2226300"/>
            <a:chOff x="47" y="-5"/>
            <a:chExt cx="2131500" cy="2226300"/>
          </a:xfrm>
        </p:grpSpPr>
        <p:sp>
          <p:nvSpPr>
            <p:cNvPr id="523" name="Google Shape;523;p38"/>
            <p:cNvSpPr/>
            <p:nvPr/>
          </p:nvSpPr>
          <p:spPr>
            <a:xfrm rot="-900037" flipH="1">
              <a:off x="209828" y="190081"/>
              <a:ext cx="1711938" cy="1846129"/>
            </a:xfrm>
            <a:prstGeom prst="roundRect">
              <a:avLst>
                <a:gd name="adj" fmla="val 5368"/>
              </a:avLst>
            </a:prstGeom>
            <a:solidFill>
              <a:srgbClr val="5F8F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4" name="Google Shape;524;p38"/>
            <p:cNvGrpSpPr/>
            <p:nvPr/>
          </p:nvGrpSpPr>
          <p:grpSpPr>
            <a:xfrm rot="-899857" flipH="1">
              <a:off x="366438" y="356630"/>
              <a:ext cx="1398513" cy="1513046"/>
              <a:chOff x="-2206074" y="819150"/>
              <a:chExt cx="3257475" cy="3524250"/>
            </a:xfrm>
          </p:grpSpPr>
          <p:sp>
            <p:nvSpPr>
              <p:cNvPr id="525" name="Google Shape;525;p38"/>
              <p:cNvSpPr/>
              <p:nvPr/>
            </p:nvSpPr>
            <p:spPr>
              <a:xfrm>
                <a:off x="-2206074" y="819150"/>
                <a:ext cx="981000" cy="981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38"/>
              <p:cNvSpPr/>
              <p:nvPr/>
            </p:nvSpPr>
            <p:spPr>
              <a:xfrm>
                <a:off x="70401" y="3362400"/>
                <a:ext cx="981000" cy="981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7" name="Google Shape;527;p38"/>
            <p:cNvSpPr/>
            <p:nvPr/>
          </p:nvSpPr>
          <p:spPr>
            <a:xfrm rot="-899198" flipH="1">
              <a:off x="855093" y="902537"/>
              <a:ext cx="421124" cy="42112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8"/>
          <p:cNvGrpSpPr/>
          <p:nvPr/>
        </p:nvGrpSpPr>
        <p:grpSpPr>
          <a:xfrm>
            <a:off x="-89" y="-21028"/>
            <a:ext cx="4964700" cy="5185500"/>
            <a:chOff x="4227036" y="7547"/>
            <a:chExt cx="4964700" cy="5185500"/>
          </a:xfrm>
        </p:grpSpPr>
        <p:sp>
          <p:nvSpPr>
            <p:cNvPr id="529" name="Google Shape;529;p38"/>
            <p:cNvSpPr/>
            <p:nvPr/>
          </p:nvSpPr>
          <p:spPr>
            <a:xfrm rot="-899950" flipH="1">
              <a:off x="4715607" y="450278"/>
              <a:ext cx="3987558" cy="4300039"/>
            </a:xfrm>
            <a:prstGeom prst="roundRect">
              <a:avLst>
                <a:gd name="adj" fmla="val 5368"/>
              </a:avLst>
            </a:prstGeom>
            <a:solidFill>
              <a:srgbClr val="5F8F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0" name="Google Shape;530;p38"/>
            <p:cNvGrpSpPr/>
            <p:nvPr/>
          </p:nvGrpSpPr>
          <p:grpSpPr>
            <a:xfrm rot="-899960" flipH="1">
              <a:off x="5080682" y="838252"/>
              <a:ext cx="3257378" cy="3524145"/>
              <a:chOff x="-2206074" y="819150"/>
              <a:chExt cx="3257475" cy="3524250"/>
            </a:xfrm>
          </p:grpSpPr>
          <p:grpSp>
            <p:nvGrpSpPr>
              <p:cNvPr id="531" name="Google Shape;531;p38"/>
              <p:cNvGrpSpPr/>
              <p:nvPr/>
            </p:nvGrpSpPr>
            <p:grpSpPr>
              <a:xfrm>
                <a:off x="-2206074" y="81915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532" name="Google Shape;532;p38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" name="Google Shape;533;p38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4" name="Google Shape;534;p38"/>
              <p:cNvGrpSpPr/>
              <p:nvPr/>
            </p:nvGrpSpPr>
            <p:grpSpPr>
              <a:xfrm>
                <a:off x="-2206074" y="336240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535" name="Google Shape;535;p38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" name="Google Shape;536;p38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537" name="Google Shape;537;p38"/>
          <p:cNvSpPr txBox="1">
            <a:spLocks noGrp="1"/>
          </p:cNvSpPr>
          <p:nvPr>
            <p:ph type="title"/>
          </p:nvPr>
        </p:nvSpPr>
        <p:spPr>
          <a:xfrm>
            <a:off x="713225" y="844175"/>
            <a:ext cx="7711200" cy="303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algn="r" rtl="0">
              <a:spcBef>
                <a:spcPts val="160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538" name="Google Shape;538;p38"/>
          <p:cNvSpPr txBox="1">
            <a:spLocks noGrp="1"/>
          </p:cNvSpPr>
          <p:nvPr>
            <p:ph type="subTitle" idx="1"/>
          </p:nvPr>
        </p:nvSpPr>
        <p:spPr>
          <a:xfrm>
            <a:off x="2615250" y="3173375"/>
            <a:ext cx="3913500" cy="55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31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bg>
      <p:bgPr>
        <a:solidFill>
          <a:schemeClr val="dk2"/>
        </a:solidFill>
        <a:effectLst/>
      </p:bgPr>
    </p:bg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41" name="Google Shape;541;p39"/>
          <p:cNvSpPr txBox="1">
            <a:spLocks noGrp="1"/>
          </p:cNvSpPr>
          <p:nvPr>
            <p:ph type="subTitle" idx="1"/>
          </p:nvPr>
        </p:nvSpPr>
        <p:spPr>
          <a:xfrm>
            <a:off x="625500" y="3305125"/>
            <a:ext cx="23451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400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542" name="Google Shape;542;p39"/>
          <p:cNvSpPr txBox="1">
            <a:spLocks noGrp="1"/>
          </p:cNvSpPr>
          <p:nvPr>
            <p:ph type="subTitle" idx="2"/>
          </p:nvPr>
        </p:nvSpPr>
        <p:spPr>
          <a:xfrm>
            <a:off x="650550" y="3823025"/>
            <a:ext cx="2295000" cy="7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43" name="Google Shape;543;p39"/>
          <p:cNvSpPr txBox="1">
            <a:spLocks noGrp="1"/>
          </p:cNvSpPr>
          <p:nvPr>
            <p:ph type="subTitle" idx="3"/>
          </p:nvPr>
        </p:nvSpPr>
        <p:spPr>
          <a:xfrm>
            <a:off x="3380650" y="3305125"/>
            <a:ext cx="23451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400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544" name="Google Shape;544;p39"/>
          <p:cNvSpPr txBox="1">
            <a:spLocks noGrp="1"/>
          </p:cNvSpPr>
          <p:nvPr>
            <p:ph type="subTitle" idx="4"/>
          </p:nvPr>
        </p:nvSpPr>
        <p:spPr>
          <a:xfrm>
            <a:off x="3405700" y="3823025"/>
            <a:ext cx="2295000" cy="7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45" name="Google Shape;545;p39"/>
          <p:cNvSpPr txBox="1">
            <a:spLocks noGrp="1"/>
          </p:cNvSpPr>
          <p:nvPr>
            <p:ph type="subTitle" idx="5"/>
          </p:nvPr>
        </p:nvSpPr>
        <p:spPr>
          <a:xfrm>
            <a:off x="6078900" y="3305125"/>
            <a:ext cx="23451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400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546" name="Google Shape;546;p39"/>
          <p:cNvSpPr txBox="1">
            <a:spLocks noGrp="1"/>
          </p:cNvSpPr>
          <p:nvPr>
            <p:ph type="subTitle" idx="6"/>
          </p:nvPr>
        </p:nvSpPr>
        <p:spPr>
          <a:xfrm>
            <a:off x="6103950" y="3823025"/>
            <a:ext cx="2295000" cy="7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547" name="Google Shape;547;p39"/>
          <p:cNvGrpSpPr/>
          <p:nvPr/>
        </p:nvGrpSpPr>
        <p:grpSpPr>
          <a:xfrm rot="899857">
            <a:off x="7222313" y="190062"/>
            <a:ext cx="1711973" cy="1846180"/>
            <a:chOff x="-3361711" y="308336"/>
            <a:chExt cx="3987600" cy="4300200"/>
          </a:xfrm>
        </p:grpSpPr>
        <p:grpSp>
          <p:nvGrpSpPr>
            <p:cNvPr id="548" name="Google Shape;548;p39"/>
            <p:cNvGrpSpPr/>
            <p:nvPr/>
          </p:nvGrpSpPr>
          <p:grpSpPr>
            <a:xfrm>
              <a:off x="-3361711" y="308336"/>
              <a:ext cx="3987600" cy="4300200"/>
              <a:chOff x="-2571136" y="421611"/>
              <a:chExt cx="3987600" cy="4300200"/>
            </a:xfrm>
          </p:grpSpPr>
          <p:sp>
            <p:nvSpPr>
              <p:cNvPr id="549" name="Google Shape;549;p39"/>
              <p:cNvSpPr/>
              <p:nvPr/>
            </p:nvSpPr>
            <p:spPr>
              <a:xfrm>
                <a:off x="-2571136" y="421611"/>
                <a:ext cx="3987600" cy="4300200"/>
              </a:xfrm>
              <a:prstGeom prst="roundRect">
                <a:avLst>
                  <a:gd name="adj" fmla="val 5368"/>
                </a:avLst>
              </a:prstGeom>
              <a:solidFill>
                <a:srgbClr val="DA72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50" name="Google Shape;550;p39"/>
              <p:cNvGrpSpPr/>
              <p:nvPr/>
            </p:nvGrpSpPr>
            <p:grpSpPr>
              <a:xfrm>
                <a:off x="-2206074" y="809586"/>
                <a:ext cx="3257475" cy="3524250"/>
                <a:chOff x="-2206074" y="819150"/>
                <a:chExt cx="3257475" cy="3524250"/>
              </a:xfrm>
            </p:grpSpPr>
            <p:grpSp>
              <p:nvGrpSpPr>
                <p:cNvPr id="551" name="Google Shape;551;p39"/>
                <p:cNvGrpSpPr/>
                <p:nvPr/>
              </p:nvGrpSpPr>
              <p:grpSpPr>
                <a:xfrm>
                  <a:off x="-2206074" y="81915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552" name="Google Shape;552;p39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3" name="Google Shape;553;p39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54" name="Google Shape;554;p39"/>
                <p:cNvGrpSpPr/>
                <p:nvPr/>
              </p:nvGrpSpPr>
              <p:grpSpPr>
                <a:xfrm>
                  <a:off x="-2206074" y="336240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555" name="Google Shape;555;p39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6" name="Google Shape;556;p39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557" name="Google Shape;557;p39"/>
            <p:cNvSpPr/>
            <p:nvPr/>
          </p:nvSpPr>
          <p:spPr>
            <a:xfrm>
              <a:off x="-1858399" y="1967936"/>
              <a:ext cx="981000" cy="981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8" name="Google Shape;558;p39"/>
          <p:cNvGrpSpPr/>
          <p:nvPr/>
        </p:nvGrpSpPr>
        <p:grpSpPr>
          <a:xfrm rot="-899857" flipH="1">
            <a:off x="209713" y="190062"/>
            <a:ext cx="1711973" cy="1846180"/>
            <a:chOff x="-2571136" y="421611"/>
            <a:chExt cx="3987600" cy="4300200"/>
          </a:xfrm>
        </p:grpSpPr>
        <p:sp>
          <p:nvSpPr>
            <p:cNvPr id="559" name="Google Shape;559;p39"/>
            <p:cNvSpPr/>
            <p:nvPr/>
          </p:nvSpPr>
          <p:spPr>
            <a:xfrm>
              <a:off x="-2571136" y="421611"/>
              <a:ext cx="3987600" cy="4300200"/>
            </a:xfrm>
            <a:prstGeom prst="roundRect">
              <a:avLst>
                <a:gd name="adj" fmla="val 5368"/>
              </a:avLst>
            </a:prstGeom>
            <a:solidFill>
              <a:srgbClr val="DA72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0" name="Google Shape;560;p39"/>
            <p:cNvGrpSpPr/>
            <p:nvPr/>
          </p:nvGrpSpPr>
          <p:grpSpPr>
            <a:xfrm>
              <a:off x="-2206074" y="809586"/>
              <a:ext cx="3257475" cy="3524250"/>
              <a:chOff x="-2206074" y="819150"/>
              <a:chExt cx="3257475" cy="3524250"/>
            </a:xfrm>
          </p:grpSpPr>
          <p:grpSp>
            <p:nvGrpSpPr>
              <p:cNvPr id="561" name="Google Shape;561;p39"/>
              <p:cNvGrpSpPr/>
              <p:nvPr/>
            </p:nvGrpSpPr>
            <p:grpSpPr>
              <a:xfrm>
                <a:off x="-2206074" y="81915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562" name="Google Shape;562;p39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3" name="Google Shape;563;p39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64" name="Google Shape;564;p39"/>
              <p:cNvGrpSpPr/>
              <p:nvPr/>
            </p:nvGrpSpPr>
            <p:grpSpPr>
              <a:xfrm>
                <a:off x="-2206074" y="336240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565" name="Google Shape;565;p39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6" name="Google Shape;566;p39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s">
  <p:cSld name="CUSTOM_3">
    <p:bg>
      <p:bgPr>
        <a:solidFill>
          <a:schemeClr val="dk2"/>
        </a:solidFill>
        <a:effectLst/>
      </p:bgPr>
    </p:bg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8" name="Google Shape;568;p40"/>
          <p:cNvGrpSpPr/>
          <p:nvPr/>
        </p:nvGrpSpPr>
        <p:grpSpPr>
          <a:xfrm rot="-899857" flipH="1">
            <a:off x="209708" y="190062"/>
            <a:ext cx="1711973" cy="1846180"/>
            <a:chOff x="-3361711" y="308336"/>
            <a:chExt cx="3987600" cy="4300200"/>
          </a:xfrm>
        </p:grpSpPr>
        <p:grpSp>
          <p:nvGrpSpPr>
            <p:cNvPr id="569" name="Google Shape;569;p40"/>
            <p:cNvGrpSpPr/>
            <p:nvPr/>
          </p:nvGrpSpPr>
          <p:grpSpPr>
            <a:xfrm>
              <a:off x="-3361711" y="308336"/>
              <a:ext cx="3987600" cy="4300200"/>
              <a:chOff x="-2571136" y="421611"/>
              <a:chExt cx="3987600" cy="4300200"/>
            </a:xfrm>
          </p:grpSpPr>
          <p:sp>
            <p:nvSpPr>
              <p:cNvPr id="570" name="Google Shape;570;p40"/>
              <p:cNvSpPr/>
              <p:nvPr/>
            </p:nvSpPr>
            <p:spPr>
              <a:xfrm>
                <a:off x="-2571136" y="421611"/>
                <a:ext cx="3987600" cy="4300200"/>
              </a:xfrm>
              <a:prstGeom prst="roundRect">
                <a:avLst>
                  <a:gd name="adj" fmla="val 5368"/>
                </a:avLst>
              </a:prstGeom>
              <a:solidFill>
                <a:srgbClr val="DA72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71" name="Google Shape;571;p40"/>
              <p:cNvGrpSpPr/>
              <p:nvPr/>
            </p:nvGrpSpPr>
            <p:grpSpPr>
              <a:xfrm>
                <a:off x="-2206074" y="809586"/>
                <a:ext cx="3257475" cy="3524250"/>
                <a:chOff x="-2206074" y="819150"/>
                <a:chExt cx="3257475" cy="3524250"/>
              </a:xfrm>
            </p:grpSpPr>
            <p:grpSp>
              <p:nvGrpSpPr>
                <p:cNvPr id="572" name="Google Shape;572;p40"/>
                <p:cNvGrpSpPr/>
                <p:nvPr/>
              </p:nvGrpSpPr>
              <p:grpSpPr>
                <a:xfrm>
                  <a:off x="-2206074" y="81915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573" name="Google Shape;573;p40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4" name="Google Shape;574;p40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75" name="Google Shape;575;p40"/>
                <p:cNvGrpSpPr/>
                <p:nvPr/>
              </p:nvGrpSpPr>
              <p:grpSpPr>
                <a:xfrm>
                  <a:off x="-2206074" y="336240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576" name="Google Shape;576;p40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7" name="Google Shape;577;p40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578" name="Google Shape;578;p40"/>
            <p:cNvSpPr/>
            <p:nvPr/>
          </p:nvSpPr>
          <p:spPr>
            <a:xfrm>
              <a:off x="-1858399" y="1967936"/>
              <a:ext cx="981000" cy="981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40"/>
          <p:cNvGrpSpPr/>
          <p:nvPr/>
        </p:nvGrpSpPr>
        <p:grpSpPr>
          <a:xfrm rot="899857">
            <a:off x="7222308" y="3107262"/>
            <a:ext cx="1711973" cy="1846180"/>
            <a:chOff x="-2571136" y="421611"/>
            <a:chExt cx="3987600" cy="4300200"/>
          </a:xfrm>
        </p:grpSpPr>
        <p:sp>
          <p:nvSpPr>
            <p:cNvPr id="580" name="Google Shape;580;p40"/>
            <p:cNvSpPr/>
            <p:nvPr/>
          </p:nvSpPr>
          <p:spPr>
            <a:xfrm>
              <a:off x="-2571136" y="421611"/>
              <a:ext cx="3987600" cy="4300200"/>
            </a:xfrm>
            <a:prstGeom prst="roundRect">
              <a:avLst>
                <a:gd name="adj" fmla="val 5368"/>
              </a:avLst>
            </a:prstGeom>
            <a:solidFill>
              <a:srgbClr val="DA72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1" name="Google Shape;581;p40"/>
            <p:cNvGrpSpPr/>
            <p:nvPr/>
          </p:nvGrpSpPr>
          <p:grpSpPr>
            <a:xfrm>
              <a:off x="-2206074" y="809586"/>
              <a:ext cx="3257475" cy="3524250"/>
              <a:chOff x="-2206074" y="819150"/>
              <a:chExt cx="3257475" cy="3524250"/>
            </a:xfrm>
          </p:grpSpPr>
          <p:grpSp>
            <p:nvGrpSpPr>
              <p:cNvPr id="582" name="Google Shape;582;p40"/>
              <p:cNvGrpSpPr/>
              <p:nvPr/>
            </p:nvGrpSpPr>
            <p:grpSpPr>
              <a:xfrm>
                <a:off x="-2206074" y="81915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583" name="Google Shape;583;p40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4" name="Google Shape;584;p40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85" name="Google Shape;585;p40"/>
              <p:cNvGrpSpPr/>
              <p:nvPr/>
            </p:nvGrpSpPr>
            <p:grpSpPr>
              <a:xfrm>
                <a:off x="-2206074" y="336240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586" name="Google Shape;586;p40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40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588" name="Google Shape;588;p40"/>
          <p:cNvSpPr txBox="1">
            <a:spLocks noGrp="1"/>
          </p:cNvSpPr>
          <p:nvPr>
            <p:ph type="title" hasCustomPrompt="1"/>
          </p:nvPr>
        </p:nvSpPr>
        <p:spPr>
          <a:xfrm>
            <a:off x="681469" y="1608050"/>
            <a:ext cx="2517000" cy="130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68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9" name="Google Shape;589;p40"/>
          <p:cNvSpPr txBox="1">
            <a:spLocks noGrp="1"/>
          </p:cNvSpPr>
          <p:nvPr>
            <p:ph type="title" idx="2"/>
          </p:nvPr>
        </p:nvSpPr>
        <p:spPr>
          <a:xfrm>
            <a:off x="720000" y="5400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90" name="Google Shape;590;p40"/>
          <p:cNvSpPr txBox="1">
            <a:spLocks noGrp="1"/>
          </p:cNvSpPr>
          <p:nvPr>
            <p:ph type="subTitle" idx="1"/>
          </p:nvPr>
        </p:nvSpPr>
        <p:spPr>
          <a:xfrm>
            <a:off x="792169" y="2927675"/>
            <a:ext cx="2295600" cy="7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91" name="Google Shape;591;p40"/>
          <p:cNvSpPr txBox="1">
            <a:spLocks noGrp="1"/>
          </p:cNvSpPr>
          <p:nvPr>
            <p:ph type="subTitle" idx="3"/>
          </p:nvPr>
        </p:nvSpPr>
        <p:spPr>
          <a:xfrm>
            <a:off x="3424200" y="2927675"/>
            <a:ext cx="2295600" cy="7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92" name="Google Shape;592;p40"/>
          <p:cNvSpPr txBox="1">
            <a:spLocks noGrp="1"/>
          </p:cNvSpPr>
          <p:nvPr>
            <p:ph type="subTitle" idx="4"/>
          </p:nvPr>
        </p:nvSpPr>
        <p:spPr>
          <a:xfrm>
            <a:off x="6056231" y="2927675"/>
            <a:ext cx="2295600" cy="7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93" name="Google Shape;593;p40"/>
          <p:cNvSpPr txBox="1">
            <a:spLocks noGrp="1"/>
          </p:cNvSpPr>
          <p:nvPr>
            <p:ph type="title" idx="5" hasCustomPrompt="1"/>
          </p:nvPr>
        </p:nvSpPr>
        <p:spPr>
          <a:xfrm>
            <a:off x="3313500" y="1608050"/>
            <a:ext cx="2517000" cy="130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6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4" name="Google Shape;594;p40"/>
          <p:cNvSpPr txBox="1">
            <a:spLocks noGrp="1"/>
          </p:cNvSpPr>
          <p:nvPr>
            <p:ph type="title" idx="6" hasCustomPrompt="1"/>
          </p:nvPr>
        </p:nvSpPr>
        <p:spPr>
          <a:xfrm>
            <a:off x="5945531" y="1608050"/>
            <a:ext cx="2517000" cy="130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8000"/>
              <a:buNone/>
              <a:defRPr sz="6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5608"/>
              </a:buClr>
              <a:buSzPts val="12000"/>
              <a:buNone/>
              <a:defRPr sz="12000">
                <a:solidFill>
                  <a:srgbClr val="FF5608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ody 01">
  <p:cSld name="TITLE_AND_BODY_1">
    <p:bg>
      <p:bgPr>
        <a:solidFill>
          <a:schemeClr val="dk2"/>
        </a:solidFill>
        <a:effectLst/>
      </p:bgPr>
    </p:bg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97" name="Google Shape;597;p41"/>
          <p:cNvSpPr txBox="1">
            <a:spLocks noGrp="1"/>
          </p:cNvSpPr>
          <p:nvPr>
            <p:ph type="subTitle" idx="1"/>
          </p:nvPr>
        </p:nvSpPr>
        <p:spPr>
          <a:xfrm>
            <a:off x="2285850" y="1240050"/>
            <a:ext cx="4572300" cy="150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598" name="Google Shape;598;p41"/>
          <p:cNvGrpSpPr/>
          <p:nvPr/>
        </p:nvGrpSpPr>
        <p:grpSpPr>
          <a:xfrm rot="899857">
            <a:off x="7222308" y="3107262"/>
            <a:ext cx="1711973" cy="1846180"/>
            <a:chOff x="-3361711" y="308336"/>
            <a:chExt cx="3987600" cy="4300200"/>
          </a:xfrm>
        </p:grpSpPr>
        <p:grpSp>
          <p:nvGrpSpPr>
            <p:cNvPr id="599" name="Google Shape;599;p41"/>
            <p:cNvGrpSpPr/>
            <p:nvPr/>
          </p:nvGrpSpPr>
          <p:grpSpPr>
            <a:xfrm>
              <a:off x="-3361711" y="308336"/>
              <a:ext cx="3987600" cy="4300200"/>
              <a:chOff x="-2571136" y="421611"/>
              <a:chExt cx="3987600" cy="4300200"/>
            </a:xfrm>
          </p:grpSpPr>
          <p:sp>
            <p:nvSpPr>
              <p:cNvPr id="600" name="Google Shape;600;p41"/>
              <p:cNvSpPr/>
              <p:nvPr/>
            </p:nvSpPr>
            <p:spPr>
              <a:xfrm>
                <a:off x="-2571136" y="421611"/>
                <a:ext cx="3987600" cy="4300200"/>
              </a:xfrm>
              <a:prstGeom prst="roundRect">
                <a:avLst>
                  <a:gd name="adj" fmla="val 5368"/>
                </a:avLst>
              </a:prstGeom>
              <a:solidFill>
                <a:srgbClr val="EAA5C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01" name="Google Shape;601;p41"/>
              <p:cNvGrpSpPr/>
              <p:nvPr/>
            </p:nvGrpSpPr>
            <p:grpSpPr>
              <a:xfrm>
                <a:off x="-2206074" y="809586"/>
                <a:ext cx="3257475" cy="3524250"/>
                <a:chOff x="-2206074" y="819150"/>
                <a:chExt cx="3257475" cy="3524250"/>
              </a:xfrm>
            </p:grpSpPr>
            <p:grpSp>
              <p:nvGrpSpPr>
                <p:cNvPr id="602" name="Google Shape;602;p41"/>
                <p:cNvGrpSpPr/>
                <p:nvPr/>
              </p:nvGrpSpPr>
              <p:grpSpPr>
                <a:xfrm>
                  <a:off x="-2206074" y="81915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603" name="Google Shape;603;p41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4" name="Google Shape;604;p41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605" name="Google Shape;605;p41"/>
                <p:cNvGrpSpPr/>
                <p:nvPr/>
              </p:nvGrpSpPr>
              <p:grpSpPr>
                <a:xfrm>
                  <a:off x="-2206074" y="336240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606" name="Google Shape;606;p41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7" name="Google Shape;607;p41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608" name="Google Shape;608;p41"/>
            <p:cNvSpPr/>
            <p:nvPr/>
          </p:nvSpPr>
          <p:spPr>
            <a:xfrm>
              <a:off x="-1858399" y="1967936"/>
              <a:ext cx="981000" cy="981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9" name="Google Shape;609;p41"/>
          <p:cNvGrpSpPr/>
          <p:nvPr/>
        </p:nvGrpSpPr>
        <p:grpSpPr>
          <a:xfrm rot="-899857" flipH="1">
            <a:off x="209708" y="190062"/>
            <a:ext cx="1711973" cy="1846180"/>
            <a:chOff x="-2571136" y="421611"/>
            <a:chExt cx="3987600" cy="4300200"/>
          </a:xfrm>
        </p:grpSpPr>
        <p:sp>
          <p:nvSpPr>
            <p:cNvPr id="610" name="Google Shape;610;p41"/>
            <p:cNvSpPr/>
            <p:nvPr/>
          </p:nvSpPr>
          <p:spPr>
            <a:xfrm>
              <a:off x="-2571136" y="421611"/>
              <a:ext cx="3987600" cy="4300200"/>
            </a:xfrm>
            <a:prstGeom prst="roundRect">
              <a:avLst>
                <a:gd name="adj" fmla="val 5368"/>
              </a:avLst>
            </a:prstGeom>
            <a:solidFill>
              <a:srgbClr val="EAA5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1" name="Google Shape;611;p41"/>
            <p:cNvGrpSpPr/>
            <p:nvPr/>
          </p:nvGrpSpPr>
          <p:grpSpPr>
            <a:xfrm>
              <a:off x="-2206074" y="809586"/>
              <a:ext cx="3257475" cy="3524250"/>
              <a:chOff x="-2206074" y="819150"/>
              <a:chExt cx="3257475" cy="3524250"/>
            </a:xfrm>
          </p:grpSpPr>
          <p:grpSp>
            <p:nvGrpSpPr>
              <p:cNvPr id="612" name="Google Shape;612;p41"/>
              <p:cNvGrpSpPr/>
              <p:nvPr/>
            </p:nvGrpSpPr>
            <p:grpSpPr>
              <a:xfrm>
                <a:off x="-2206074" y="81915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613" name="Google Shape;613;p41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" name="Google Shape;614;p41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15" name="Google Shape;615;p41"/>
              <p:cNvGrpSpPr/>
              <p:nvPr/>
            </p:nvGrpSpPr>
            <p:grpSpPr>
              <a:xfrm>
                <a:off x="-2206074" y="336240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616" name="Google Shape;616;p41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" name="Google Shape;617;p41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CUSTOM_4">
    <p:bg>
      <p:bgPr>
        <a:solidFill>
          <a:schemeClr val="dk2"/>
        </a:solidFill>
        <a:effectLst/>
      </p:bgPr>
    </p:bg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" name="Google Shape;619;p42"/>
          <p:cNvGrpSpPr/>
          <p:nvPr/>
        </p:nvGrpSpPr>
        <p:grpSpPr>
          <a:xfrm rot="-899857" flipH="1">
            <a:off x="209708" y="190062"/>
            <a:ext cx="1711973" cy="1846180"/>
            <a:chOff x="-3361711" y="308336"/>
            <a:chExt cx="3987600" cy="4300200"/>
          </a:xfrm>
        </p:grpSpPr>
        <p:grpSp>
          <p:nvGrpSpPr>
            <p:cNvPr id="620" name="Google Shape;620;p42"/>
            <p:cNvGrpSpPr/>
            <p:nvPr/>
          </p:nvGrpSpPr>
          <p:grpSpPr>
            <a:xfrm>
              <a:off x="-3361711" y="308336"/>
              <a:ext cx="3987600" cy="4300200"/>
              <a:chOff x="-2571136" y="421611"/>
              <a:chExt cx="3987600" cy="4300200"/>
            </a:xfrm>
          </p:grpSpPr>
          <p:sp>
            <p:nvSpPr>
              <p:cNvPr id="621" name="Google Shape;621;p42"/>
              <p:cNvSpPr/>
              <p:nvPr/>
            </p:nvSpPr>
            <p:spPr>
              <a:xfrm>
                <a:off x="-2571136" y="421611"/>
                <a:ext cx="3987600" cy="4300200"/>
              </a:xfrm>
              <a:prstGeom prst="roundRect">
                <a:avLst>
                  <a:gd name="adj" fmla="val 5368"/>
                </a:avLst>
              </a:prstGeom>
              <a:solidFill>
                <a:srgbClr val="DA72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2" name="Google Shape;622;p42"/>
              <p:cNvGrpSpPr/>
              <p:nvPr/>
            </p:nvGrpSpPr>
            <p:grpSpPr>
              <a:xfrm>
                <a:off x="-2206074" y="809586"/>
                <a:ext cx="3257475" cy="3524250"/>
                <a:chOff x="-2206074" y="819150"/>
                <a:chExt cx="3257475" cy="3524250"/>
              </a:xfrm>
            </p:grpSpPr>
            <p:grpSp>
              <p:nvGrpSpPr>
                <p:cNvPr id="623" name="Google Shape;623;p42"/>
                <p:cNvGrpSpPr/>
                <p:nvPr/>
              </p:nvGrpSpPr>
              <p:grpSpPr>
                <a:xfrm>
                  <a:off x="-2206074" y="81915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624" name="Google Shape;624;p42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5" name="Google Shape;625;p42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626" name="Google Shape;626;p42"/>
                <p:cNvGrpSpPr/>
                <p:nvPr/>
              </p:nvGrpSpPr>
              <p:grpSpPr>
                <a:xfrm>
                  <a:off x="-2206074" y="336240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627" name="Google Shape;627;p42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8" name="Google Shape;628;p42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629" name="Google Shape;629;p42"/>
            <p:cNvSpPr/>
            <p:nvPr/>
          </p:nvSpPr>
          <p:spPr>
            <a:xfrm>
              <a:off x="-1858399" y="1967936"/>
              <a:ext cx="981000" cy="981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0" name="Google Shape;630;p42"/>
          <p:cNvGrpSpPr/>
          <p:nvPr/>
        </p:nvGrpSpPr>
        <p:grpSpPr>
          <a:xfrm rot="899857">
            <a:off x="7222308" y="3107262"/>
            <a:ext cx="1711973" cy="1846180"/>
            <a:chOff x="-2571136" y="421611"/>
            <a:chExt cx="3987600" cy="4300200"/>
          </a:xfrm>
        </p:grpSpPr>
        <p:sp>
          <p:nvSpPr>
            <p:cNvPr id="631" name="Google Shape;631;p42"/>
            <p:cNvSpPr/>
            <p:nvPr/>
          </p:nvSpPr>
          <p:spPr>
            <a:xfrm>
              <a:off x="-2571136" y="421611"/>
              <a:ext cx="3987600" cy="4300200"/>
            </a:xfrm>
            <a:prstGeom prst="roundRect">
              <a:avLst>
                <a:gd name="adj" fmla="val 5368"/>
              </a:avLst>
            </a:prstGeom>
            <a:solidFill>
              <a:srgbClr val="DA72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2" name="Google Shape;632;p42"/>
            <p:cNvGrpSpPr/>
            <p:nvPr/>
          </p:nvGrpSpPr>
          <p:grpSpPr>
            <a:xfrm>
              <a:off x="-2206074" y="809586"/>
              <a:ext cx="3257475" cy="3524250"/>
              <a:chOff x="-2206074" y="819150"/>
              <a:chExt cx="3257475" cy="3524250"/>
            </a:xfrm>
          </p:grpSpPr>
          <p:grpSp>
            <p:nvGrpSpPr>
              <p:cNvPr id="633" name="Google Shape;633;p42"/>
              <p:cNvGrpSpPr/>
              <p:nvPr/>
            </p:nvGrpSpPr>
            <p:grpSpPr>
              <a:xfrm>
                <a:off x="-2206074" y="81915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634" name="Google Shape;634;p42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42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6" name="Google Shape;636;p42"/>
              <p:cNvGrpSpPr/>
              <p:nvPr/>
            </p:nvGrpSpPr>
            <p:grpSpPr>
              <a:xfrm>
                <a:off x="-2206074" y="336240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637" name="Google Shape;637;p42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" name="Google Shape;638;p42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639" name="Google Shape;639;p4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0" name="Google Shape;640;p42"/>
          <p:cNvSpPr txBox="1">
            <a:spLocks noGrp="1"/>
          </p:cNvSpPr>
          <p:nvPr>
            <p:ph type="subTitle" idx="1"/>
          </p:nvPr>
        </p:nvSpPr>
        <p:spPr>
          <a:xfrm>
            <a:off x="5504841" y="1594175"/>
            <a:ext cx="2179200" cy="44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Lilita One"/>
              <a:buNone/>
              <a:defRPr sz="2100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41" name="Google Shape;641;p42"/>
          <p:cNvSpPr txBox="1">
            <a:spLocks noGrp="1"/>
          </p:cNvSpPr>
          <p:nvPr>
            <p:ph type="subTitle" idx="2"/>
          </p:nvPr>
        </p:nvSpPr>
        <p:spPr>
          <a:xfrm>
            <a:off x="5504853" y="2066625"/>
            <a:ext cx="2427300" cy="8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16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42" name="Google Shape;642;p42"/>
          <p:cNvSpPr txBox="1">
            <a:spLocks noGrp="1"/>
          </p:cNvSpPr>
          <p:nvPr>
            <p:ph type="subTitle" idx="3"/>
          </p:nvPr>
        </p:nvSpPr>
        <p:spPr>
          <a:xfrm>
            <a:off x="5504841" y="3151225"/>
            <a:ext cx="2179200" cy="44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Lilita One"/>
              <a:buNone/>
              <a:defRPr sz="2100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43" name="Google Shape;643;p42"/>
          <p:cNvSpPr txBox="1">
            <a:spLocks noGrp="1"/>
          </p:cNvSpPr>
          <p:nvPr>
            <p:ph type="subTitle" idx="4"/>
          </p:nvPr>
        </p:nvSpPr>
        <p:spPr>
          <a:xfrm>
            <a:off x="5504853" y="3600625"/>
            <a:ext cx="2427300" cy="8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16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44" name="Google Shape;644;p42"/>
          <p:cNvSpPr txBox="1">
            <a:spLocks noGrp="1"/>
          </p:cNvSpPr>
          <p:nvPr>
            <p:ph type="subTitle" idx="5"/>
          </p:nvPr>
        </p:nvSpPr>
        <p:spPr>
          <a:xfrm>
            <a:off x="1635141" y="1594175"/>
            <a:ext cx="2179200" cy="44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Lilita One"/>
              <a:buNone/>
              <a:defRPr sz="2100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45" name="Google Shape;645;p42"/>
          <p:cNvSpPr txBox="1">
            <a:spLocks noGrp="1"/>
          </p:cNvSpPr>
          <p:nvPr>
            <p:ph type="subTitle" idx="6"/>
          </p:nvPr>
        </p:nvSpPr>
        <p:spPr>
          <a:xfrm>
            <a:off x="1635153" y="2066625"/>
            <a:ext cx="2427300" cy="8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16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46" name="Google Shape;646;p42"/>
          <p:cNvSpPr txBox="1">
            <a:spLocks noGrp="1"/>
          </p:cNvSpPr>
          <p:nvPr>
            <p:ph type="subTitle" idx="7"/>
          </p:nvPr>
        </p:nvSpPr>
        <p:spPr>
          <a:xfrm>
            <a:off x="1635141" y="3151225"/>
            <a:ext cx="2179200" cy="44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Lilita One"/>
              <a:buNone/>
              <a:defRPr sz="2100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47" name="Google Shape;647;p42"/>
          <p:cNvSpPr txBox="1">
            <a:spLocks noGrp="1"/>
          </p:cNvSpPr>
          <p:nvPr>
            <p:ph type="subTitle" idx="8"/>
          </p:nvPr>
        </p:nvSpPr>
        <p:spPr>
          <a:xfrm>
            <a:off x="1635153" y="3600625"/>
            <a:ext cx="2427300" cy="8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16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ody 02">
  <p:cSld name="TITLE_AND_BODY_2">
    <p:bg>
      <p:bgPr>
        <a:solidFill>
          <a:schemeClr val="lt1"/>
        </a:solidFill>
        <a:effectLst/>
      </p:bgPr>
    </p:bg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oogle Shape;649;p43"/>
          <p:cNvGrpSpPr/>
          <p:nvPr/>
        </p:nvGrpSpPr>
        <p:grpSpPr>
          <a:xfrm rot="899960">
            <a:off x="4715630" y="450288"/>
            <a:ext cx="3987481" cy="4300072"/>
            <a:chOff x="-3361711" y="308336"/>
            <a:chExt cx="3987600" cy="4300200"/>
          </a:xfrm>
        </p:grpSpPr>
        <p:grpSp>
          <p:nvGrpSpPr>
            <p:cNvPr id="650" name="Google Shape;650;p43"/>
            <p:cNvGrpSpPr/>
            <p:nvPr/>
          </p:nvGrpSpPr>
          <p:grpSpPr>
            <a:xfrm>
              <a:off x="-3361711" y="308336"/>
              <a:ext cx="3987600" cy="4300200"/>
              <a:chOff x="-2571136" y="421611"/>
              <a:chExt cx="3987600" cy="4300200"/>
            </a:xfrm>
          </p:grpSpPr>
          <p:sp>
            <p:nvSpPr>
              <p:cNvPr id="651" name="Google Shape;651;p43"/>
              <p:cNvSpPr/>
              <p:nvPr/>
            </p:nvSpPr>
            <p:spPr>
              <a:xfrm>
                <a:off x="-2571136" y="421611"/>
                <a:ext cx="3987600" cy="4300200"/>
              </a:xfrm>
              <a:prstGeom prst="roundRect">
                <a:avLst>
                  <a:gd name="adj" fmla="val 5368"/>
                </a:avLst>
              </a:prstGeom>
              <a:solidFill>
                <a:srgbClr val="669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52" name="Google Shape;652;p43"/>
              <p:cNvGrpSpPr/>
              <p:nvPr/>
            </p:nvGrpSpPr>
            <p:grpSpPr>
              <a:xfrm>
                <a:off x="-2206074" y="809586"/>
                <a:ext cx="3257475" cy="3524250"/>
                <a:chOff x="-2206074" y="819150"/>
                <a:chExt cx="3257475" cy="3524250"/>
              </a:xfrm>
            </p:grpSpPr>
            <p:grpSp>
              <p:nvGrpSpPr>
                <p:cNvPr id="653" name="Google Shape;653;p43"/>
                <p:cNvGrpSpPr/>
                <p:nvPr/>
              </p:nvGrpSpPr>
              <p:grpSpPr>
                <a:xfrm>
                  <a:off x="-2206074" y="81915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654" name="Google Shape;654;p43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5" name="Google Shape;655;p43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656" name="Google Shape;656;p43"/>
                <p:cNvGrpSpPr/>
                <p:nvPr/>
              </p:nvGrpSpPr>
              <p:grpSpPr>
                <a:xfrm>
                  <a:off x="-2206074" y="336240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657" name="Google Shape;657;p43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8" name="Google Shape;658;p43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659" name="Google Shape;659;p43"/>
            <p:cNvSpPr/>
            <p:nvPr/>
          </p:nvSpPr>
          <p:spPr>
            <a:xfrm>
              <a:off x="-1858399" y="1967936"/>
              <a:ext cx="981000" cy="981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0" name="Google Shape;660;p4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61" name="Google Shape;661;p43"/>
          <p:cNvSpPr txBox="1">
            <a:spLocks noGrp="1"/>
          </p:cNvSpPr>
          <p:nvPr>
            <p:ph type="subTitle" idx="1"/>
          </p:nvPr>
        </p:nvSpPr>
        <p:spPr>
          <a:xfrm>
            <a:off x="722150" y="1606650"/>
            <a:ext cx="2849700" cy="193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01">
  <p:cSld name="TITLE_AND_TWO_COLUMNS_1">
    <p:bg>
      <p:bgPr>
        <a:solidFill>
          <a:schemeClr val="dk2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3" name="Google Shape;663;p44"/>
          <p:cNvGrpSpPr/>
          <p:nvPr/>
        </p:nvGrpSpPr>
        <p:grpSpPr>
          <a:xfrm rot="9900143" flipH="1">
            <a:off x="7222308" y="190062"/>
            <a:ext cx="1711973" cy="1846180"/>
            <a:chOff x="-3361711" y="308336"/>
            <a:chExt cx="3987600" cy="4300200"/>
          </a:xfrm>
        </p:grpSpPr>
        <p:grpSp>
          <p:nvGrpSpPr>
            <p:cNvPr id="664" name="Google Shape;664;p44"/>
            <p:cNvGrpSpPr/>
            <p:nvPr/>
          </p:nvGrpSpPr>
          <p:grpSpPr>
            <a:xfrm>
              <a:off x="-3361711" y="308336"/>
              <a:ext cx="3987600" cy="4300200"/>
              <a:chOff x="-2571136" y="421611"/>
              <a:chExt cx="3987600" cy="4300200"/>
            </a:xfrm>
          </p:grpSpPr>
          <p:sp>
            <p:nvSpPr>
              <p:cNvPr id="665" name="Google Shape;665;p44"/>
              <p:cNvSpPr/>
              <p:nvPr/>
            </p:nvSpPr>
            <p:spPr>
              <a:xfrm>
                <a:off x="-2571136" y="421611"/>
                <a:ext cx="3987600" cy="4300200"/>
              </a:xfrm>
              <a:prstGeom prst="roundRect">
                <a:avLst>
                  <a:gd name="adj" fmla="val 5368"/>
                </a:avLst>
              </a:prstGeom>
              <a:solidFill>
                <a:srgbClr val="DA72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66" name="Google Shape;666;p44"/>
              <p:cNvGrpSpPr/>
              <p:nvPr/>
            </p:nvGrpSpPr>
            <p:grpSpPr>
              <a:xfrm>
                <a:off x="-2206074" y="809586"/>
                <a:ext cx="3257475" cy="3524250"/>
                <a:chOff x="-2206074" y="819150"/>
                <a:chExt cx="3257475" cy="3524250"/>
              </a:xfrm>
            </p:grpSpPr>
            <p:grpSp>
              <p:nvGrpSpPr>
                <p:cNvPr id="667" name="Google Shape;667;p44"/>
                <p:cNvGrpSpPr/>
                <p:nvPr/>
              </p:nvGrpSpPr>
              <p:grpSpPr>
                <a:xfrm>
                  <a:off x="-2206074" y="81915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668" name="Google Shape;668;p44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9" name="Google Shape;669;p44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670" name="Google Shape;670;p44"/>
                <p:cNvGrpSpPr/>
                <p:nvPr/>
              </p:nvGrpSpPr>
              <p:grpSpPr>
                <a:xfrm>
                  <a:off x="-2206074" y="336240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671" name="Google Shape;671;p44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2" name="Google Shape;672;p44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673" name="Google Shape;673;p44"/>
            <p:cNvSpPr/>
            <p:nvPr/>
          </p:nvSpPr>
          <p:spPr>
            <a:xfrm>
              <a:off x="-1858399" y="1967936"/>
              <a:ext cx="981000" cy="981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4" name="Google Shape;674;p44"/>
          <p:cNvGrpSpPr/>
          <p:nvPr/>
        </p:nvGrpSpPr>
        <p:grpSpPr>
          <a:xfrm rot="-9900143">
            <a:off x="209708" y="190062"/>
            <a:ext cx="1711973" cy="1846180"/>
            <a:chOff x="-2571136" y="421611"/>
            <a:chExt cx="3987600" cy="4300200"/>
          </a:xfrm>
        </p:grpSpPr>
        <p:sp>
          <p:nvSpPr>
            <p:cNvPr id="675" name="Google Shape;675;p44"/>
            <p:cNvSpPr/>
            <p:nvPr/>
          </p:nvSpPr>
          <p:spPr>
            <a:xfrm>
              <a:off x="-2571136" y="421611"/>
              <a:ext cx="3987600" cy="4300200"/>
            </a:xfrm>
            <a:prstGeom prst="roundRect">
              <a:avLst>
                <a:gd name="adj" fmla="val 5368"/>
              </a:avLst>
            </a:prstGeom>
            <a:solidFill>
              <a:srgbClr val="DA72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76" name="Google Shape;676;p44"/>
            <p:cNvGrpSpPr/>
            <p:nvPr/>
          </p:nvGrpSpPr>
          <p:grpSpPr>
            <a:xfrm>
              <a:off x="-2206074" y="809586"/>
              <a:ext cx="3257475" cy="3524250"/>
              <a:chOff x="-2206074" y="819150"/>
              <a:chExt cx="3257475" cy="3524250"/>
            </a:xfrm>
          </p:grpSpPr>
          <p:grpSp>
            <p:nvGrpSpPr>
              <p:cNvPr id="677" name="Google Shape;677;p44"/>
              <p:cNvGrpSpPr/>
              <p:nvPr/>
            </p:nvGrpSpPr>
            <p:grpSpPr>
              <a:xfrm>
                <a:off x="-2206074" y="81915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678" name="Google Shape;678;p44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679;p44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80" name="Google Shape;680;p44"/>
              <p:cNvGrpSpPr/>
              <p:nvPr/>
            </p:nvGrpSpPr>
            <p:grpSpPr>
              <a:xfrm>
                <a:off x="-2206074" y="336240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681" name="Google Shape;681;p44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682;p44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683" name="Google Shape;683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84" name="Google Shape;684;p44"/>
          <p:cNvSpPr txBox="1">
            <a:spLocks noGrp="1"/>
          </p:cNvSpPr>
          <p:nvPr>
            <p:ph type="subTitle" idx="1"/>
          </p:nvPr>
        </p:nvSpPr>
        <p:spPr>
          <a:xfrm>
            <a:off x="1405825" y="2779600"/>
            <a:ext cx="2236200" cy="104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800"/>
              <a:buFont typeface="Lilita One"/>
              <a:buNone/>
              <a:defRPr sz="2800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800"/>
              <a:buFont typeface="Lilita One"/>
              <a:buNone/>
              <a:defRPr sz="28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800"/>
              <a:buFont typeface="Lilita One"/>
              <a:buNone/>
              <a:defRPr sz="28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800"/>
              <a:buFont typeface="Lilita One"/>
              <a:buNone/>
              <a:defRPr sz="28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800"/>
              <a:buFont typeface="Lilita One"/>
              <a:buNone/>
              <a:defRPr sz="28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800"/>
              <a:buFont typeface="Lilita One"/>
              <a:buNone/>
              <a:defRPr sz="28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800"/>
              <a:buFont typeface="Lilita One"/>
              <a:buNone/>
              <a:defRPr sz="28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800"/>
              <a:buFont typeface="Lilita One"/>
              <a:buNone/>
              <a:defRPr sz="28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800"/>
              <a:buFont typeface="Lilita One"/>
              <a:buNone/>
              <a:defRPr sz="28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685" name="Google Shape;685;p44"/>
          <p:cNvSpPr txBox="1">
            <a:spLocks noGrp="1"/>
          </p:cNvSpPr>
          <p:nvPr>
            <p:ph type="subTitle" idx="2"/>
          </p:nvPr>
        </p:nvSpPr>
        <p:spPr>
          <a:xfrm>
            <a:off x="1405825" y="3829025"/>
            <a:ext cx="2236200" cy="7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86" name="Google Shape;686;p44"/>
          <p:cNvSpPr txBox="1">
            <a:spLocks noGrp="1"/>
          </p:cNvSpPr>
          <p:nvPr>
            <p:ph type="subTitle" idx="3"/>
          </p:nvPr>
        </p:nvSpPr>
        <p:spPr>
          <a:xfrm>
            <a:off x="5502000" y="2779600"/>
            <a:ext cx="2236200" cy="104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800"/>
              <a:buFont typeface="Lilita One"/>
              <a:buNone/>
              <a:defRPr sz="2800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800"/>
              <a:buFont typeface="Lilita One"/>
              <a:buNone/>
              <a:defRPr sz="28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800"/>
              <a:buFont typeface="Lilita One"/>
              <a:buNone/>
              <a:defRPr sz="28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800"/>
              <a:buFont typeface="Lilita One"/>
              <a:buNone/>
              <a:defRPr sz="28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800"/>
              <a:buFont typeface="Lilita One"/>
              <a:buNone/>
              <a:defRPr sz="28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800"/>
              <a:buFont typeface="Lilita One"/>
              <a:buNone/>
              <a:defRPr sz="28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800"/>
              <a:buFont typeface="Lilita One"/>
              <a:buNone/>
              <a:defRPr sz="28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800"/>
              <a:buFont typeface="Lilita One"/>
              <a:buNone/>
              <a:defRPr sz="28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800"/>
              <a:buFont typeface="Lilita One"/>
              <a:buNone/>
              <a:defRPr sz="28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687" name="Google Shape;687;p44"/>
          <p:cNvSpPr txBox="1">
            <a:spLocks noGrp="1"/>
          </p:cNvSpPr>
          <p:nvPr>
            <p:ph type="subTitle" idx="4"/>
          </p:nvPr>
        </p:nvSpPr>
        <p:spPr>
          <a:xfrm>
            <a:off x="5502000" y="3829025"/>
            <a:ext cx="2236200" cy="7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ix columns">
  <p:cSld name="CUSTOM_2_1">
    <p:bg>
      <p:bgPr>
        <a:solidFill>
          <a:schemeClr val="dk2"/>
        </a:solidFill>
        <a:effectLst/>
      </p:bgPr>
    </p:bg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45"/>
          <p:cNvGrpSpPr/>
          <p:nvPr/>
        </p:nvGrpSpPr>
        <p:grpSpPr>
          <a:xfrm rot="899857">
            <a:off x="7222308" y="190062"/>
            <a:ext cx="1711973" cy="1846180"/>
            <a:chOff x="-3361711" y="308336"/>
            <a:chExt cx="3987600" cy="4300200"/>
          </a:xfrm>
        </p:grpSpPr>
        <p:grpSp>
          <p:nvGrpSpPr>
            <p:cNvPr id="690" name="Google Shape;690;p45"/>
            <p:cNvGrpSpPr/>
            <p:nvPr/>
          </p:nvGrpSpPr>
          <p:grpSpPr>
            <a:xfrm>
              <a:off x="-3361711" y="308336"/>
              <a:ext cx="3987600" cy="4300200"/>
              <a:chOff x="-2571136" y="421611"/>
              <a:chExt cx="3987600" cy="4300200"/>
            </a:xfrm>
          </p:grpSpPr>
          <p:sp>
            <p:nvSpPr>
              <p:cNvPr id="691" name="Google Shape;691;p45"/>
              <p:cNvSpPr/>
              <p:nvPr/>
            </p:nvSpPr>
            <p:spPr>
              <a:xfrm>
                <a:off x="-2571136" y="421611"/>
                <a:ext cx="3987600" cy="4300200"/>
              </a:xfrm>
              <a:prstGeom prst="roundRect">
                <a:avLst>
                  <a:gd name="adj" fmla="val 5368"/>
                </a:avLst>
              </a:prstGeom>
              <a:solidFill>
                <a:srgbClr val="DA72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92" name="Google Shape;692;p45"/>
              <p:cNvGrpSpPr/>
              <p:nvPr/>
            </p:nvGrpSpPr>
            <p:grpSpPr>
              <a:xfrm>
                <a:off x="-2206074" y="809586"/>
                <a:ext cx="3257475" cy="3524250"/>
                <a:chOff x="-2206074" y="819150"/>
                <a:chExt cx="3257475" cy="3524250"/>
              </a:xfrm>
            </p:grpSpPr>
            <p:grpSp>
              <p:nvGrpSpPr>
                <p:cNvPr id="693" name="Google Shape;693;p45"/>
                <p:cNvGrpSpPr/>
                <p:nvPr/>
              </p:nvGrpSpPr>
              <p:grpSpPr>
                <a:xfrm>
                  <a:off x="-2206074" y="81915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694" name="Google Shape;694;p45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5" name="Google Shape;695;p45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696" name="Google Shape;696;p45"/>
                <p:cNvGrpSpPr/>
                <p:nvPr/>
              </p:nvGrpSpPr>
              <p:grpSpPr>
                <a:xfrm>
                  <a:off x="-2206074" y="336240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697" name="Google Shape;697;p45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8" name="Google Shape;698;p45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699" name="Google Shape;699;p45"/>
            <p:cNvSpPr/>
            <p:nvPr/>
          </p:nvSpPr>
          <p:spPr>
            <a:xfrm>
              <a:off x="-1858399" y="1967936"/>
              <a:ext cx="981000" cy="981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0" name="Google Shape;700;p45"/>
          <p:cNvGrpSpPr/>
          <p:nvPr/>
        </p:nvGrpSpPr>
        <p:grpSpPr>
          <a:xfrm rot="-899857" flipH="1">
            <a:off x="209708" y="190062"/>
            <a:ext cx="1711973" cy="1846180"/>
            <a:chOff x="-2571136" y="421611"/>
            <a:chExt cx="3987600" cy="4300200"/>
          </a:xfrm>
        </p:grpSpPr>
        <p:sp>
          <p:nvSpPr>
            <p:cNvPr id="701" name="Google Shape;701;p45"/>
            <p:cNvSpPr/>
            <p:nvPr/>
          </p:nvSpPr>
          <p:spPr>
            <a:xfrm>
              <a:off x="-2571136" y="421611"/>
              <a:ext cx="3987600" cy="4300200"/>
            </a:xfrm>
            <a:prstGeom prst="roundRect">
              <a:avLst>
                <a:gd name="adj" fmla="val 5368"/>
              </a:avLst>
            </a:prstGeom>
            <a:solidFill>
              <a:srgbClr val="DA72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2" name="Google Shape;702;p45"/>
            <p:cNvGrpSpPr/>
            <p:nvPr/>
          </p:nvGrpSpPr>
          <p:grpSpPr>
            <a:xfrm>
              <a:off x="-2206074" y="809586"/>
              <a:ext cx="3257475" cy="3524250"/>
              <a:chOff x="-2206074" y="819150"/>
              <a:chExt cx="3257475" cy="3524250"/>
            </a:xfrm>
          </p:grpSpPr>
          <p:grpSp>
            <p:nvGrpSpPr>
              <p:cNvPr id="703" name="Google Shape;703;p45"/>
              <p:cNvGrpSpPr/>
              <p:nvPr/>
            </p:nvGrpSpPr>
            <p:grpSpPr>
              <a:xfrm>
                <a:off x="-2206074" y="81915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704" name="Google Shape;704;p45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5" name="Google Shape;705;p45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06" name="Google Shape;706;p45"/>
              <p:cNvGrpSpPr/>
              <p:nvPr/>
            </p:nvGrpSpPr>
            <p:grpSpPr>
              <a:xfrm>
                <a:off x="-2206074" y="336240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707" name="Google Shape;707;p45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8" name="Google Shape;708;p45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709" name="Google Shape;709;p4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10" name="Google Shape;710;p45"/>
          <p:cNvSpPr txBox="1">
            <a:spLocks noGrp="1"/>
          </p:cNvSpPr>
          <p:nvPr>
            <p:ph type="subTitle" idx="1"/>
          </p:nvPr>
        </p:nvSpPr>
        <p:spPr>
          <a:xfrm>
            <a:off x="720000" y="3627200"/>
            <a:ext cx="23451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11" name="Google Shape;711;p45"/>
          <p:cNvSpPr txBox="1">
            <a:spLocks noGrp="1"/>
          </p:cNvSpPr>
          <p:nvPr>
            <p:ph type="subTitle" idx="2"/>
          </p:nvPr>
        </p:nvSpPr>
        <p:spPr>
          <a:xfrm>
            <a:off x="720000" y="4078425"/>
            <a:ext cx="2345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12" name="Google Shape;712;p45"/>
          <p:cNvSpPr txBox="1">
            <a:spLocks noGrp="1"/>
          </p:cNvSpPr>
          <p:nvPr>
            <p:ph type="subTitle" idx="3"/>
          </p:nvPr>
        </p:nvSpPr>
        <p:spPr>
          <a:xfrm>
            <a:off x="3399450" y="3627200"/>
            <a:ext cx="23451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13" name="Google Shape;713;p45"/>
          <p:cNvSpPr txBox="1">
            <a:spLocks noGrp="1"/>
          </p:cNvSpPr>
          <p:nvPr>
            <p:ph type="subTitle" idx="4"/>
          </p:nvPr>
        </p:nvSpPr>
        <p:spPr>
          <a:xfrm>
            <a:off x="3399450" y="4078425"/>
            <a:ext cx="2345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14" name="Google Shape;714;p45"/>
          <p:cNvSpPr txBox="1">
            <a:spLocks noGrp="1"/>
          </p:cNvSpPr>
          <p:nvPr>
            <p:ph type="subTitle" idx="5"/>
          </p:nvPr>
        </p:nvSpPr>
        <p:spPr>
          <a:xfrm>
            <a:off x="6078900" y="3627200"/>
            <a:ext cx="23451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15" name="Google Shape;715;p45"/>
          <p:cNvSpPr txBox="1">
            <a:spLocks noGrp="1"/>
          </p:cNvSpPr>
          <p:nvPr>
            <p:ph type="subTitle" idx="6"/>
          </p:nvPr>
        </p:nvSpPr>
        <p:spPr>
          <a:xfrm>
            <a:off x="6078900" y="4078425"/>
            <a:ext cx="2345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16" name="Google Shape;716;p45"/>
          <p:cNvSpPr txBox="1">
            <a:spLocks noGrp="1"/>
          </p:cNvSpPr>
          <p:nvPr>
            <p:ph type="subTitle" idx="7"/>
          </p:nvPr>
        </p:nvSpPr>
        <p:spPr>
          <a:xfrm>
            <a:off x="720000" y="1872446"/>
            <a:ext cx="23451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17" name="Google Shape;717;p45"/>
          <p:cNvSpPr txBox="1">
            <a:spLocks noGrp="1"/>
          </p:cNvSpPr>
          <p:nvPr>
            <p:ph type="subTitle" idx="8"/>
          </p:nvPr>
        </p:nvSpPr>
        <p:spPr>
          <a:xfrm>
            <a:off x="720000" y="2323681"/>
            <a:ext cx="2345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18" name="Google Shape;718;p45"/>
          <p:cNvSpPr txBox="1">
            <a:spLocks noGrp="1"/>
          </p:cNvSpPr>
          <p:nvPr>
            <p:ph type="subTitle" idx="9"/>
          </p:nvPr>
        </p:nvSpPr>
        <p:spPr>
          <a:xfrm>
            <a:off x="3399450" y="1872446"/>
            <a:ext cx="23451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19" name="Google Shape;719;p45"/>
          <p:cNvSpPr txBox="1">
            <a:spLocks noGrp="1"/>
          </p:cNvSpPr>
          <p:nvPr>
            <p:ph type="subTitle" idx="13"/>
          </p:nvPr>
        </p:nvSpPr>
        <p:spPr>
          <a:xfrm>
            <a:off x="3399450" y="2323681"/>
            <a:ext cx="2345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20" name="Google Shape;720;p45"/>
          <p:cNvSpPr txBox="1">
            <a:spLocks noGrp="1"/>
          </p:cNvSpPr>
          <p:nvPr>
            <p:ph type="subTitle" idx="14"/>
          </p:nvPr>
        </p:nvSpPr>
        <p:spPr>
          <a:xfrm>
            <a:off x="6078900" y="1872446"/>
            <a:ext cx="23451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chemeClr val="accent2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21" name="Google Shape;721;p45"/>
          <p:cNvSpPr txBox="1">
            <a:spLocks noGrp="1"/>
          </p:cNvSpPr>
          <p:nvPr>
            <p:ph type="subTitle" idx="15"/>
          </p:nvPr>
        </p:nvSpPr>
        <p:spPr>
          <a:xfrm>
            <a:off x="6078900" y="2323681"/>
            <a:ext cx="2345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bg>
      <p:bgPr>
        <a:solidFill>
          <a:schemeClr val="dk2"/>
        </a:solidFill>
        <a:effectLst/>
      </p:bgPr>
    </p:bg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3" name="Google Shape;723;p46"/>
          <p:cNvGrpSpPr/>
          <p:nvPr/>
        </p:nvGrpSpPr>
        <p:grpSpPr>
          <a:xfrm flipH="1">
            <a:off x="4179311" y="-21003"/>
            <a:ext cx="4964700" cy="5185500"/>
            <a:chOff x="4227036" y="7547"/>
            <a:chExt cx="4964700" cy="5185500"/>
          </a:xfrm>
        </p:grpSpPr>
        <p:sp>
          <p:nvSpPr>
            <p:cNvPr id="724" name="Google Shape;724;p46"/>
            <p:cNvSpPr/>
            <p:nvPr/>
          </p:nvSpPr>
          <p:spPr>
            <a:xfrm rot="-899950" flipH="1">
              <a:off x="4715607" y="450278"/>
              <a:ext cx="3987558" cy="4300039"/>
            </a:xfrm>
            <a:prstGeom prst="roundRect">
              <a:avLst>
                <a:gd name="adj" fmla="val 5368"/>
              </a:avLst>
            </a:prstGeom>
            <a:solidFill>
              <a:srgbClr val="DA7280"/>
            </a:solidFill>
            <a:ln w="9525" cap="flat" cmpd="sng">
              <a:solidFill>
                <a:srgbClr val="DA72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5" name="Google Shape;725;p46"/>
            <p:cNvGrpSpPr/>
            <p:nvPr/>
          </p:nvGrpSpPr>
          <p:grpSpPr>
            <a:xfrm rot="-899960" flipH="1">
              <a:off x="5080682" y="838252"/>
              <a:ext cx="3257378" cy="3524145"/>
              <a:chOff x="-2206074" y="819150"/>
              <a:chExt cx="3257475" cy="3524250"/>
            </a:xfrm>
          </p:grpSpPr>
          <p:grpSp>
            <p:nvGrpSpPr>
              <p:cNvPr id="726" name="Google Shape;726;p46"/>
              <p:cNvGrpSpPr/>
              <p:nvPr/>
            </p:nvGrpSpPr>
            <p:grpSpPr>
              <a:xfrm>
                <a:off x="-2206074" y="81915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727" name="Google Shape;727;p46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" name="Google Shape;728;p46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29" name="Google Shape;729;p46"/>
              <p:cNvGrpSpPr/>
              <p:nvPr/>
            </p:nvGrpSpPr>
            <p:grpSpPr>
              <a:xfrm>
                <a:off x="-2206074" y="336240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730" name="Google Shape;730;p46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1" name="Google Shape;731;p46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732" name="Google Shape;732;p46"/>
          <p:cNvSpPr txBox="1">
            <a:spLocks noGrp="1"/>
          </p:cNvSpPr>
          <p:nvPr>
            <p:ph type="ctrTitle"/>
          </p:nvPr>
        </p:nvSpPr>
        <p:spPr>
          <a:xfrm flipH="1">
            <a:off x="720000" y="540000"/>
            <a:ext cx="26232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200">
                <a:latin typeface="Lilita One"/>
                <a:ea typeface="Lilita One"/>
                <a:cs typeface="Lilita One"/>
                <a:sym typeface="Lilita One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  <a:highlight>
                  <a:srgbClr val="291F4D"/>
                </a:highlight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  <a:highlight>
                  <a:srgbClr val="291F4D"/>
                </a:highlight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  <a:highlight>
                  <a:srgbClr val="291F4D"/>
                </a:highlight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  <a:highlight>
                  <a:srgbClr val="291F4D"/>
                </a:highlight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  <a:highlight>
                  <a:srgbClr val="291F4D"/>
                </a:highlight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  <a:highlight>
                  <a:srgbClr val="291F4D"/>
                </a:highlight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  <a:highlight>
                  <a:srgbClr val="291F4D"/>
                </a:highlight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  <a:highlight>
                  <a:srgbClr val="291F4D"/>
                </a:highlight>
              </a:defRPr>
            </a:lvl9pPr>
          </a:lstStyle>
          <a:p>
            <a:endParaRPr/>
          </a:p>
        </p:txBody>
      </p:sp>
      <p:sp>
        <p:nvSpPr>
          <p:cNvPr id="733" name="Google Shape;733;p46"/>
          <p:cNvSpPr txBox="1">
            <a:spLocks noGrp="1"/>
          </p:cNvSpPr>
          <p:nvPr>
            <p:ph type="subTitle" idx="1"/>
          </p:nvPr>
        </p:nvSpPr>
        <p:spPr>
          <a:xfrm flipH="1">
            <a:off x="720000" y="2057400"/>
            <a:ext cx="4052100" cy="3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34" name="Google Shape;734;p46"/>
          <p:cNvSpPr txBox="1">
            <a:spLocks noGrp="1"/>
          </p:cNvSpPr>
          <p:nvPr>
            <p:ph type="subTitle" idx="2"/>
          </p:nvPr>
        </p:nvSpPr>
        <p:spPr>
          <a:xfrm flipH="1">
            <a:off x="720000" y="2490150"/>
            <a:ext cx="4052100" cy="8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35" name="Google Shape;735;p46"/>
          <p:cNvSpPr txBox="1"/>
          <p:nvPr/>
        </p:nvSpPr>
        <p:spPr>
          <a:xfrm>
            <a:off x="720000" y="3446025"/>
            <a:ext cx="4149600" cy="7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lang="en" b="1">
                <a:solidFill>
                  <a:schemeClr val="accent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including icons by </a:t>
            </a:r>
            <a:r>
              <a:rPr lang="en" b="1">
                <a:solidFill>
                  <a:schemeClr val="accent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lang="en" b="1">
                <a:solidFill>
                  <a:schemeClr val="accent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600"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ody 03">
  <p:cSld name="TITLE_ONLY_1_1">
    <p:bg>
      <p:bgPr>
        <a:solidFill>
          <a:schemeClr val="dk2"/>
        </a:solidFill>
        <a:effectLst/>
      </p:bgPr>
    </p:bg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38" name="Google Shape;738;p47"/>
          <p:cNvSpPr txBox="1">
            <a:spLocks noGrp="1"/>
          </p:cNvSpPr>
          <p:nvPr>
            <p:ph type="subTitle" idx="1"/>
          </p:nvPr>
        </p:nvSpPr>
        <p:spPr>
          <a:xfrm>
            <a:off x="745900" y="1644550"/>
            <a:ext cx="3710400" cy="29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2279D"/>
              </a:buClr>
              <a:buSzPts val="1600"/>
              <a:buNone/>
              <a:defRPr>
                <a:solidFill>
                  <a:srgbClr val="42279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2279D"/>
              </a:buClr>
              <a:buSzPts val="1600"/>
              <a:buNone/>
              <a:defRPr>
                <a:solidFill>
                  <a:srgbClr val="42279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2279D"/>
              </a:buClr>
              <a:buSzPts val="1600"/>
              <a:buNone/>
              <a:defRPr>
                <a:solidFill>
                  <a:srgbClr val="42279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2279D"/>
              </a:buClr>
              <a:buSzPts val="1600"/>
              <a:buNone/>
              <a:defRPr>
                <a:solidFill>
                  <a:srgbClr val="42279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2279D"/>
              </a:buClr>
              <a:buSzPts val="1600"/>
              <a:buNone/>
              <a:defRPr>
                <a:solidFill>
                  <a:srgbClr val="42279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2279D"/>
              </a:buClr>
              <a:buSzPts val="1600"/>
              <a:buNone/>
              <a:defRPr>
                <a:solidFill>
                  <a:srgbClr val="42279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2279D"/>
              </a:buClr>
              <a:buSzPts val="1600"/>
              <a:buNone/>
              <a:defRPr>
                <a:solidFill>
                  <a:srgbClr val="42279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2279D"/>
              </a:buClr>
              <a:buSzPts val="1600"/>
              <a:buNone/>
              <a:defRPr>
                <a:solidFill>
                  <a:srgbClr val="42279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2279D"/>
              </a:buClr>
              <a:buSzPts val="1600"/>
              <a:buNone/>
              <a:defRPr>
                <a:solidFill>
                  <a:srgbClr val="42279D"/>
                </a:solidFill>
              </a:defRPr>
            </a:lvl9pPr>
          </a:lstStyle>
          <a:p>
            <a:endParaRPr/>
          </a:p>
        </p:txBody>
      </p:sp>
      <p:sp>
        <p:nvSpPr>
          <p:cNvPr id="739" name="Google Shape;739;p47"/>
          <p:cNvSpPr txBox="1">
            <a:spLocks noGrp="1"/>
          </p:cNvSpPr>
          <p:nvPr>
            <p:ph type="subTitle" idx="2"/>
          </p:nvPr>
        </p:nvSpPr>
        <p:spPr>
          <a:xfrm>
            <a:off x="4713925" y="1644550"/>
            <a:ext cx="3710400" cy="11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2279D"/>
              </a:buClr>
              <a:buSzPts val="1600"/>
              <a:buNone/>
              <a:defRPr>
                <a:solidFill>
                  <a:srgbClr val="42279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2279D"/>
              </a:buClr>
              <a:buSzPts val="1600"/>
              <a:buNone/>
              <a:defRPr>
                <a:solidFill>
                  <a:srgbClr val="42279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2279D"/>
              </a:buClr>
              <a:buSzPts val="1600"/>
              <a:buNone/>
              <a:defRPr>
                <a:solidFill>
                  <a:srgbClr val="42279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2279D"/>
              </a:buClr>
              <a:buSzPts val="1600"/>
              <a:buNone/>
              <a:defRPr>
                <a:solidFill>
                  <a:srgbClr val="42279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2279D"/>
              </a:buClr>
              <a:buSzPts val="1600"/>
              <a:buNone/>
              <a:defRPr>
                <a:solidFill>
                  <a:srgbClr val="42279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2279D"/>
              </a:buClr>
              <a:buSzPts val="1600"/>
              <a:buNone/>
              <a:defRPr>
                <a:solidFill>
                  <a:srgbClr val="42279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2279D"/>
              </a:buClr>
              <a:buSzPts val="1600"/>
              <a:buNone/>
              <a:defRPr>
                <a:solidFill>
                  <a:srgbClr val="42279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2279D"/>
              </a:buClr>
              <a:buSzPts val="1600"/>
              <a:buNone/>
              <a:defRPr>
                <a:solidFill>
                  <a:srgbClr val="42279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2279D"/>
              </a:buClr>
              <a:buSzPts val="1600"/>
              <a:buNone/>
              <a:defRPr>
                <a:solidFill>
                  <a:srgbClr val="42279D"/>
                </a:solidFill>
              </a:defRPr>
            </a:lvl9pPr>
          </a:lstStyle>
          <a:p>
            <a:endParaRPr/>
          </a:p>
        </p:txBody>
      </p:sp>
      <p:grpSp>
        <p:nvGrpSpPr>
          <p:cNvPr id="740" name="Google Shape;740;p47"/>
          <p:cNvGrpSpPr/>
          <p:nvPr/>
        </p:nvGrpSpPr>
        <p:grpSpPr>
          <a:xfrm rot="899857">
            <a:off x="7222308" y="3107262"/>
            <a:ext cx="1711973" cy="1846180"/>
            <a:chOff x="-3361711" y="308336"/>
            <a:chExt cx="3987600" cy="4300200"/>
          </a:xfrm>
        </p:grpSpPr>
        <p:grpSp>
          <p:nvGrpSpPr>
            <p:cNvPr id="741" name="Google Shape;741;p47"/>
            <p:cNvGrpSpPr/>
            <p:nvPr/>
          </p:nvGrpSpPr>
          <p:grpSpPr>
            <a:xfrm>
              <a:off x="-3361711" y="308336"/>
              <a:ext cx="3987600" cy="4300200"/>
              <a:chOff x="-2571136" y="421611"/>
              <a:chExt cx="3987600" cy="4300200"/>
            </a:xfrm>
          </p:grpSpPr>
          <p:sp>
            <p:nvSpPr>
              <p:cNvPr id="742" name="Google Shape;742;p47"/>
              <p:cNvSpPr/>
              <p:nvPr/>
            </p:nvSpPr>
            <p:spPr>
              <a:xfrm>
                <a:off x="-2571136" y="421611"/>
                <a:ext cx="3987600" cy="4300200"/>
              </a:xfrm>
              <a:prstGeom prst="roundRect">
                <a:avLst>
                  <a:gd name="adj" fmla="val 5368"/>
                </a:avLst>
              </a:prstGeom>
              <a:solidFill>
                <a:srgbClr val="EA738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43" name="Google Shape;743;p47"/>
              <p:cNvGrpSpPr/>
              <p:nvPr/>
            </p:nvGrpSpPr>
            <p:grpSpPr>
              <a:xfrm>
                <a:off x="-2206074" y="809586"/>
                <a:ext cx="3257475" cy="3524250"/>
                <a:chOff x="-2206074" y="819150"/>
                <a:chExt cx="3257475" cy="3524250"/>
              </a:xfrm>
            </p:grpSpPr>
            <p:grpSp>
              <p:nvGrpSpPr>
                <p:cNvPr id="744" name="Google Shape;744;p47"/>
                <p:cNvGrpSpPr/>
                <p:nvPr/>
              </p:nvGrpSpPr>
              <p:grpSpPr>
                <a:xfrm>
                  <a:off x="-2206074" y="81915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745" name="Google Shape;745;p47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6" name="Google Shape;746;p47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47" name="Google Shape;747;p47"/>
                <p:cNvGrpSpPr/>
                <p:nvPr/>
              </p:nvGrpSpPr>
              <p:grpSpPr>
                <a:xfrm>
                  <a:off x="-2206074" y="3362400"/>
                  <a:ext cx="3257475" cy="981000"/>
                  <a:chOff x="-2209800" y="819150"/>
                  <a:chExt cx="3257475" cy="981000"/>
                </a:xfrm>
              </p:grpSpPr>
              <p:sp>
                <p:nvSpPr>
                  <p:cNvPr id="748" name="Google Shape;748;p47"/>
                  <p:cNvSpPr/>
                  <p:nvPr/>
                </p:nvSpPr>
                <p:spPr>
                  <a:xfrm>
                    <a:off x="-2209800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9" name="Google Shape;749;p47"/>
                  <p:cNvSpPr/>
                  <p:nvPr/>
                </p:nvSpPr>
                <p:spPr>
                  <a:xfrm>
                    <a:off x="66675" y="819150"/>
                    <a:ext cx="981000" cy="981000"/>
                  </a:xfrm>
                  <a:prstGeom prst="ellipse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750" name="Google Shape;750;p47"/>
            <p:cNvSpPr/>
            <p:nvPr/>
          </p:nvSpPr>
          <p:spPr>
            <a:xfrm>
              <a:off x="-1858399" y="1967936"/>
              <a:ext cx="981000" cy="981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47"/>
          <p:cNvGrpSpPr/>
          <p:nvPr/>
        </p:nvGrpSpPr>
        <p:grpSpPr>
          <a:xfrm rot="-899857" flipH="1">
            <a:off x="209708" y="190062"/>
            <a:ext cx="1711973" cy="1846180"/>
            <a:chOff x="-2571136" y="421611"/>
            <a:chExt cx="3987600" cy="4300200"/>
          </a:xfrm>
        </p:grpSpPr>
        <p:sp>
          <p:nvSpPr>
            <p:cNvPr id="752" name="Google Shape;752;p47"/>
            <p:cNvSpPr/>
            <p:nvPr/>
          </p:nvSpPr>
          <p:spPr>
            <a:xfrm>
              <a:off x="-2571136" y="421611"/>
              <a:ext cx="3987600" cy="4300200"/>
            </a:xfrm>
            <a:prstGeom prst="roundRect">
              <a:avLst>
                <a:gd name="adj" fmla="val 5368"/>
              </a:avLst>
            </a:prstGeom>
            <a:solidFill>
              <a:srgbClr val="EA73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3" name="Google Shape;753;p47"/>
            <p:cNvGrpSpPr/>
            <p:nvPr/>
          </p:nvGrpSpPr>
          <p:grpSpPr>
            <a:xfrm>
              <a:off x="-2206074" y="809586"/>
              <a:ext cx="3257475" cy="3524250"/>
              <a:chOff x="-2206074" y="819150"/>
              <a:chExt cx="3257475" cy="3524250"/>
            </a:xfrm>
          </p:grpSpPr>
          <p:grpSp>
            <p:nvGrpSpPr>
              <p:cNvPr id="754" name="Google Shape;754;p47"/>
              <p:cNvGrpSpPr/>
              <p:nvPr/>
            </p:nvGrpSpPr>
            <p:grpSpPr>
              <a:xfrm>
                <a:off x="-2206074" y="81915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755" name="Google Shape;755;p47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" name="Google Shape;756;p47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57" name="Google Shape;757;p47"/>
              <p:cNvGrpSpPr/>
              <p:nvPr/>
            </p:nvGrpSpPr>
            <p:grpSpPr>
              <a:xfrm>
                <a:off x="-2206074" y="3362400"/>
                <a:ext cx="3257475" cy="981000"/>
                <a:chOff x="-2209800" y="819150"/>
                <a:chExt cx="3257475" cy="981000"/>
              </a:xfrm>
            </p:grpSpPr>
            <p:sp>
              <p:nvSpPr>
                <p:cNvPr id="758" name="Google Shape;758;p47"/>
                <p:cNvSpPr/>
                <p:nvPr/>
              </p:nvSpPr>
              <p:spPr>
                <a:xfrm>
                  <a:off x="-2209800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9" name="Google Shape;759;p47"/>
                <p:cNvSpPr/>
                <p:nvPr/>
              </p:nvSpPr>
              <p:spPr>
                <a:xfrm>
                  <a:off x="66675" y="819150"/>
                  <a:ext cx="981000" cy="9810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Title and three columns 01">
  <p:cSld name="TITLE_AND_TWO_COLUMNS_2">
    <p:bg>
      <p:bgPr>
        <a:solidFill>
          <a:schemeClr val="lt1"/>
        </a:solidFill>
        <a:effectLst/>
      </p:bgPr>
    </p:bg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1" name="Google Shape;761;p48"/>
          <p:cNvGrpSpPr/>
          <p:nvPr/>
        </p:nvGrpSpPr>
        <p:grpSpPr>
          <a:xfrm rot="10800000" flipH="1">
            <a:off x="7012447" y="10"/>
            <a:ext cx="2131500" cy="2226300"/>
            <a:chOff x="7012442" y="2917195"/>
            <a:chExt cx="2131500" cy="2226300"/>
          </a:xfrm>
        </p:grpSpPr>
        <p:sp>
          <p:nvSpPr>
            <p:cNvPr id="762" name="Google Shape;762;p48"/>
            <p:cNvSpPr/>
            <p:nvPr/>
          </p:nvSpPr>
          <p:spPr>
            <a:xfrm rot="900037">
              <a:off x="7222223" y="3107281"/>
              <a:ext cx="1711938" cy="1846129"/>
            </a:xfrm>
            <a:prstGeom prst="roundRect">
              <a:avLst>
                <a:gd name="adj" fmla="val 5368"/>
              </a:avLst>
            </a:prstGeom>
            <a:solidFill>
              <a:srgbClr val="6696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8"/>
            <p:cNvSpPr/>
            <p:nvPr/>
          </p:nvSpPr>
          <p:spPr>
            <a:xfrm rot="899198">
              <a:off x="7867772" y="3819737"/>
              <a:ext cx="421124" cy="42112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4" name="Google Shape;764;p48"/>
          <p:cNvGrpSpPr/>
          <p:nvPr/>
        </p:nvGrpSpPr>
        <p:grpSpPr>
          <a:xfrm rot="10800000">
            <a:off x="7012442" y="2917210"/>
            <a:ext cx="2131500" cy="2226300"/>
            <a:chOff x="47" y="-5"/>
            <a:chExt cx="2131500" cy="2226300"/>
          </a:xfrm>
        </p:grpSpPr>
        <p:sp>
          <p:nvSpPr>
            <p:cNvPr id="765" name="Google Shape;765;p48"/>
            <p:cNvSpPr/>
            <p:nvPr/>
          </p:nvSpPr>
          <p:spPr>
            <a:xfrm rot="-900037" flipH="1">
              <a:off x="209828" y="190081"/>
              <a:ext cx="1711938" cy="1846129"/>
            </a:xfrm>
            <a:prstGeom prst="roundRect">
              <a:avLst>
                <a:gd name="adj" fmla="val 5368"/>
              </a:avLst>
            </a:prstGeom>
            <a:solidFill>
              <a:srgbClr val="6696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66" name="Google Shape;766;p48"/>
            <p:cNvGrpSpPr/>
            <p:nvPr/>
          </p:nvGrpSpPr>
          <p:grpSpPr>
            <a:xfrm rot="-899857" flipH="1">
              <a:off x="366438" y="356630"/>
              <a:ext cx="1398513" cy="1513046"/>
              <a:chOff x="-2206074" y="819150"/>
              <a:chExt cx="3257475" cy="3524250"/>
            </a:xfrm>
          </p:grpSpPr>
          <p:sp>
            <p:nvSpPr>
              <p:cNvPr id="767" name="Google Shape;767;p48"/>
              <p:cNvSpPr/>
              <p:nvPr/>
            </p:nvSpPr>
            <p:spPr>
              <a:xfrm>
                <a:off x="-2206074" y="819150"/>
                <a:ext cx="981000" cy="981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48"/>
              <p:cNvSpPr/>
              <p:nvPr/>
            </p:nvSpPr>
            <p:spPr>
              <a:xfrm>
                <a:off x="70401" y="3362400"/>
                <a:ext cx="981000" cy="981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69" name="Google Shape;769;p48"/>
            <p:cNvSpPr/>
            <p:nvPr/>
          </p:nvSpPr>
          <p:spPr>
            <a:xfrm rot="-899198" flipH="1">
              <a:off x="855093" y="902537"/>
              <a:ext cx="421124" cy="42112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0" name="Google Shape;770;p4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71" name="Google Shape;771;p48"/>
          <p:cNvSpPr txBox="1">
            <a:spLocks noGrp="1"/>
          </p:cNvSpPr>
          <p:nvPr>
            <p:ph type="subTitle" idx="1"/>
          </p:nvPr>
        </p:nvSpPr>
        <p:spPr>
          <a:xfrm>
            <a:off x="713225" y="2244200"/>
            <a:ext cx="24834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72" name="Google Shape;772;p48"/>
          <p:cNvSpPr txBox="1">
            <a:spLocks noGrp="1"/>
          </p:cNvSpPr>
          <p:nvPr>
            <p:ph type="subTitle" idx="2"/>
          </p:nvPr>
        </p:nvSpPr>
        <p:spPr>
          <a:xfrm>
            <a:off x="713225" y="2781150"/>
            <a:ext cx="3363600" cy="7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73" name="Google Shape;773;p48"/>
          <p:cNvSpPr txBox="1">
            <a:spLocks noGrp="1"/>
          </p:cNvSpPr>
          <p:nvPr>
            <p:ph type="subTitle" idx="3"/>
          </p:nvPr>
        </p:nvSpPr>
        <p:spPr>
          <a:xfrm>
            <a:off x="713225" y="3555725"/>
            <a:ext cx="24834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74" name="Google Shape;774;p48"/>
          <p:cNvSpPr txBox="1">
            <a:spLocks noGrp="1"/>
          </p:cNvSpPr>
          <p:nvPr>
            <p:ph type="subTitle" idx="4"/>
          </p:nvPr>
        </p:nvSpPr>
        <p:spPr>
          <a:xfrm>
            <a:off x="713225" y="4016475"/>
            <a:ext cx="3363600" cy="7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75" name="Google Shape;775;p48"/>
          <p:cNvSpPr txBox="1">
            <a:spLocks noGrp="1"/>
          </p:cNvSpPr>
          <p:nvPr>
            <p:ph type="subTitle" idx="5"/>
          </p:nvPr>
        </p:nvSpPr>
        <p:spPr>
          <a:xfrm>
            <a:off x="713225" y="1005950"/>
            <a:ext cx="24834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DA00"/>
              </a:buClr>
              <a:buSzPts val="2100"/>
              <a:buFont typeface="Lilita One"/>
              <a:buNone/>
              <a:defRPr sz="2100">
                <a:solidFill>
                  <a:srgbClr val="FFDA00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76" name="Google Shape;776;p48"/>
          <p:cNvSpPr txBox="1">
            <a:spLocks noGrp="1"/>
          </p:cNvSpPr>
          <p:nvPr>
            <p:ph type="subTitle" idx="6"/>
          </p:nvPr>
        </p:nvSpPr>
        <p:spPr>
          <a:xfrm>
            <a:off x="713225" y="1542900"/>
            <a:ext cx="3363600" cy="7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6100" y="542575"/>
            <a:ext cx="76917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ilita One"/>
              <a:buNone/>
              <a:defRPr sz="3200">
                <a:solidFill>
                  <a:schemeClr val="accent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6100" y="1152475"/>
            <a:ext cx="7691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"/>
              <a:buChar char="●"/>
              <a:defRPr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■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■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Roboto"/>
              <a:buChar char="■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4" r:id="rId5"/>
    <p:sldLayoutId id="2147483655" r:id="rId6"/>
    <p:sldLayoutId id="2147483657" r:id="rId7"/>
    <p:sldLayoutId id="2147483658" r:id="rId8"/>
    <p:sldLayoutId id="2147483659" r:id="rId9"/>
    <p:sldLayoutId id="2147483661" r:id="rId10"/>
    <p:sldLayoutId id="2147483663" r:id="rId11"/>
    <p:sldLayoutId id="2147483668" r:id="rId12"/>
    <p:sldLayoutId id="2147483669" r:id="rId13"/>
    <p:sldLayoutId id="2147483670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ilita One"/>
              <a:buNone/>
              <a:defRPr sz="3200">
                <a:solidFill>
                  <a:schemeClr val="accent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ubblegum Sans"/>
              <a:buNone/>
              <a:defRPr sz="3200">
                <a:solidFill>
                  <a:schemeClr val="accent1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ubblegum Sans"/>
              <a:buNone/>
              <a:defRPr sz="3200">
                <a:solidFill>
                  <a:schemeClr val="accent1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ubblegum Sans"/>
              <a:buNone/>
              <a:defRPr sz="3200">
                <a:solidFill>
                  <a:schemeClr val="accent1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ubblegum Sans"/>
              <a:buNone/>
              <a:defRPr sz="3200">
                <a:solidFill>
                  <a:schemeClr val="accent1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ubblegum Sans"/>
              <a:buNone/>
              <a:defRPr sz="3200">
                <a:solidFill>
                  <a:schemeClr val="accent1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ubblegum Sans"/>
              <a:buNone/>
              <a:defRPr sz="3200">
                <a:solidFill>
                  <a:schemeClr val="accent1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ubblegum Sans"/>
              <a:buNone/>
              <a:defRPr sz="3200">
                <a:solidFill>
                  <a:schemeClr val="accent1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ubblegum Sans"/>
              <a:buNone/>
              <a:defRPr sz="3200">
                <a:solidFill>
                  <a:schemeClr val="accent1"/>
                </a:solidFill>
                <a:latin typeface="Bubblegum Sans"/>
                <a:ea typeface="Bubblegum Sans"/>
                <a:cs typeface="Bubblegum Sans"/>
                <a:sym typeface="Bubblegum Sans"/>
              </a:defRPr>
            </a:lvl9pPr>
          </a:lstStyle>
          <a:p>
            <a:endParaRPr/>
          </a:p>
        </p:txBody>
      </p:sp>
      <p:sp>
        <p:nvSpPr>
          <p:cNvPr id="353" name="Google Shape;353;p25"/>
          <p:cNvSpPr txBox="1">
            <a:spLocks noGrp="1"/>
          </p:cNvSpPr>
          <p:nvPr>
            <p:ph type="body" idx="1"/>
          </p:nvPr>
        </p:nvSpPr>
        <p:spPr>
          <a:xfrm>
            <a:off x="720000" y="1746825"/>
            <a:ext cx="7704000" cy="28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"/>
              <a:buChar char="●"/>
              <a:defRPr sz="16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"/>
              <a:buChar char="○"/>
              <a:defRPr sz="16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"/>
              <a:buChar char="■"/>
              <a:defRPr sz="16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"/>
              <a:buChar char="●"/>
              <a:defRPr sz="16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"/>
              <a:buChar char="○"/>
              <a:defRPr sz="16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"/>
              <a:buChar char="■"/>
              <a:defRPr sz="16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"/>
              <a:buChar char="●"/>
              <a:defRPr sz="16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"/>
              <a:buChar char="○"/>
              <a:defRPr sz="16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"/>
              <a:buChar char="■"/>
              <a:defRPr sz="16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4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EA4335"/>
          </p15:clr>
        </p15:guide>
        <p15:guide id="2" pos="449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1620">
          <p15:clr>
            <a:srgbClr val="EA4335"/>
          </p15:clr>
        </p15:guide>
        <p15:guide id="5" orient="horz" pos="340">
          <p15:clr>
            <a:srgbClr val="EA4335"/>
          </p15:clr>
        </p15:guide>
        <p15:guide id="6" orient="horz" pos="2903">
          <p15:clr>
            <a:srgbClr val="EA4335"/>
          </p15:clr>
        </p15:guide>
        <p15:guide id="7" pos="1665">
          <p15:clr>
            <a:srgbClr val="EA4335"/>
          </p15:clr>
        </p15:guide>
        <p15:guide id="8" pos="4095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80"/>
          <p:cNvSpPr txBox="1">
            <a:spLocks noGrp="1"/>
          </p:cNvSpPr>
          <p:nvPr>
            <p:ph type="ctrTitle"/>
          </p:nvPr>
        </p:nvSpPr>
        <p:spPr>
          <a:xfrm>
            <a:off x="292181" y="-68583"/>
            <a:ext cx="4258864" cy="299043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Dice simulater</a:t>
            </a:r>
            <a:endParaRPr dirty="0"/>
          </a:p>
        </p:txBody>
      </p:sp>
      <p:grpSp>
        <p:nvGrpSpPr>
          <p:cNvPr id="1315" name="Google Shape;1315;p80"/>
          <p:cNvGrpSpPr/>
          <p:nvPr/>
        </p:nvGrpSpPr>
        <p:grpSpPr>
          <a:xfrm>
            <a:off x="4058956" y="-228590"/>
            <a:ext cx="5660011" cy="5934057"/>
            <a:chOff x="4058956" y="-228590"/>
            <a:chExt cx="5660011" cy="5934057"/>
          </a:xfrm>
        </p:grpSpPr>
        <p:sp>
          <p:nvSpPr>
            <p:cNvPr id="1316" name="Google Shape;1316;p80"/>
            <p:cNvSpPr/>
            <p:nvPr/>
          </p:nvSpPr>
          <p:spPr>
            <a:xfrm>
              <a:off x="8400021" y="592589"/>
              <a:ext cx="1318945" cy="2247310"/>
            </a:xfrm>
            <a:custGeom>
              <a:avLst/>
              <a:gdLst/>
              <a:ahLst/>
              <a:cxnLst/>
              <a:rect l="l" t="t" r="r" b="b"/>
              <a:pathLst>
                <a:path w="17965" h="30610" extrusionOk="0">
                  <a:moveTo>
                    <a:pt x="17964" y="1"/>
                  </a:moveTo>
                  <a:lnTo>
                    <a:pt x="0" y="9697"/>
                  </a:lnTo>
                  <a:lnTo>
                    <a:pt x="0" y="30609"/>
                  </a:lnTo>
                  <a:lnTo>
                    <a:pt x="17964" y="19910"/>
                  </a:lnTo>
                  <a:lnTo>
                    <a:pt x="17964" y="1"/>
                  </a:lnTo>
                  <a:close/>
                </a:path>
              </a:pathLst>
            </a:custGeom>
            <a:solidFill>
              <a:srgbClr val="D85F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80"/>
            <p:cNvSpPr/>
            <p:nvPr/>
          </p:nvSpPr>
          <p:spPr>
            <a:xfrm>
              <a:off x="7078935" y="-228590"/>
              <a:ext cx="2640020" cy="1533178"/>
            </a:xfrm>
            <a:custGeom>
              <a:avLst/>
              <a:gdLst/>
              <a:ahLst/>
              <a:cxnLst/>
              <a:rect l="l" t="t" r="r" b="b"/>
              <a:pathLst>
                <a:path w="35959" h="20883" extrusionOk="0">
                  <a:moveTo>
                    <a:pt x="18481" y="0"/>
                  </a:moveTo>
                  <a:lnTo>
                    <a:pt x="0" y="10700"/>
                  </a:lnTo>
                  <a:lnTo>
                    <a:pt x="17994" y="20882"/>
                  </a:lnTo>
                  <a:lnTo>
                    <a:pt x="35958" y="11186"/>
                  </a:lnTo>
                  <a:lnTo>
                    <a:pt x="18481" y="0"/>
                  </a:lnTo>
                  <a:close/>
                </a:path>
              </a:pathLst>
            </a:custGeom>
            <a:solidFill>
              <a:srgbClr val="F296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80"/>
            <p:cNvSpPr/>
            <p:nvPr/>
          </p:nvSpPr>
          <p:spPr>
            <a:xfrm>
              <a:off x="7078935" y="556908"/>
              <a:ext cx="1321148" cy="2282991"/>
            </a:xfrm>
            <a:custGeom>
              <a:avLst/>
              <a:gdLst/>
              <a:ahLst/>
              <a:cxnLst/>
              <a:rect l="l" t="t" r="r" b="b"/>
              <a:pathLst>
                <a:path w="17995" h="31096" extrusionOk="0">
                  <a:moveTo>
                    <a:pt x="0" y="1"/>
                  </a:moveTo>
                  <a:lnTo>
                    <a:pt x="0" y="20396"/>
                  </a:lnTo>
                  <a:lnTo>
                    <a:pt x="17994" y="31095"/>
                  </a:lnTo>
                  <a:lnTo>
                    <a:pt x="17994" y="101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6E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80"/>
            <p:cNvSpPr/>
            <p:nvPr/>
          </p:nvSpPr>
          <p:spPr>
            <a:xfrm>
              <a:off x="8705735" y="2087745"/>
              <a:ext cx="160784" cy="285741"/>
            </a:xfrm>
            <a:custGeom>
              <a:avLst/>
              <a:gdLst/>
              <a:ahLst/>
              <a:cxnLst/>
              <a:rect l="l" t="t" r="r" b="b"/>
              <a:pathLst>
                <a:path w="2190" h="3892" extrusionOk="0">
                  <a:moveTo>
                    <a:pt x="244" y="1"/>
                  </a:moveTo>
                  <a:cubicBezTo>
                    <a:pt x="183" y="1"/>
                    <a:pt x="92" y="31"/>
                    <a:pt x="1" y="31"/>
                  </a:cubicBezTo>
                  <a:cubicBezTo>
                    <a:pt x="973" y="153"/>
                    <a:pt x="1703" y="974"/>
                    <a:pt x="1703" y="1946"/>
                  </a:cubicBezTo>
                  <a:cubicBezTo>
                    <a:pt x="1703" y="2949"/>
                    <a:pt x="973" y="3740"/>
                    <a:pt x="1" y="3861"/>
                  </a:cubicBezTo>
                  <a:cubicBezTo>
                    <a:pt x="92" y="3892"/>
                    <a:pt x="183" y="3892"/>
                    <a:pt x="244" y="3892"/>
                  </a:cubicBezTo>
                  <a:cubicBezTo>
                    <a:pt x="1308" y="3892"/>
                    <a:pt x="2189" y="3040"/>
                    <a:pt x="2189" y="1946"/>
                  </a:cubicBezTo>
                  <a:cubicBezTo>
                    <a:pt x="2189" y="882"/>
                    <a:pt x="1308" y="1"/>
                    <a:pt x="24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80"/>
            <p:cNvSpPr/>
            <p:nvPr/>
          </p:nvSpPr>
          <p:spPr>
            <a:xfrm>
              <a:off x="8580777" y="2090021"/>
              <a:ext cx="249987" cy="281262"/>
            </a:xfrm>
            <a:custGeom>
              <a:avLst/>
              <a:gdLst/>
              <a:ahLst/>
              <a:cxnLst/>
              <a:rect l="l" t="t" r="r" b="b"/>
              <a:pathLst>
                <a:path w="3405" h="3831" extrusionOk="0">
                  <a:moveTo>
                    <a:pt x="1703" y="0"/>
                  </a:moveTo>
                  <a:cubicBezTo>
                    <a:pt x="760" y="0"/>
                    <a:pt x="0" y="851"/>
                    <a:pt x="0" y="1915"/>
                  </a:cubicBezTo>
                  <a:cubicBezTo>
                    <a:pt x="0" y="2979"/>
                    <a:pt x="760" y="3830"/>
                    <a:pt x="1703" y="3830"/>
                  </a:cubicBezTo>
                  <a:cubicBezTo>
                    <a:pt x="2645" y="3830"/>
                    <a:pt x="3405" y="2979"/>
                    <a:pt x="3405" y="1915"/>
                  </a:cubicBezTo>
                  <a:cubicBezTo>
                    <a:pt x="3405" y="851"/>
                    <a:pt x="2645" y="0"/>
                    <a:pt x="170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80"/>
            <p:cNvSpPr/>
            <p:nvPr/>
          </p:nvSpPr>
          <p:spPr>
            <a:xfrm>
              <a:off x="9433236" y="972013"/>
              <a:ext cx="160784" cy="285667"/>
            </a:xfrm>
            <a:custGeom>
              <a:avLst/>
              <a:gdLst/>
              <a:ahLst/>
              <a:cxnLst/>
              <a:rect l="l" t="t" r="r" b="b"/>
              <a:pathLst>
                <a:path w="2190" h="3891" extrusionOk="0">
                  <a:moveTo>
                    <a:pt x="244" y="0"/>
                  </a:moveTo>
                  <a:cubicBezTo>
                    <a:pt x="183" y="0"/>
                    <a:pt x="92" y="31"/>
                    <a:pt x="1" y="31"/>
                  </a:cubicBezTo>
                  <a:cubicBezTo>
                    <a:pt x="973" y="152"/>
                    <a:pt x="1703" y="973"/>
                    <a:pt x="1703" y="1945"/>
                  </a:cubicBezTo>
                  <a:cubicBezTo>
                    <a:pt x="1703" y="2949"/>
                    <a:pt x="973" y="3739"/>
                    <a:pt x="1" y="3860"/>
                  </a:cubicBezTo>
                  <a:cubicBezTo>
                    <a:pt x="92" y="3891"/>
                    <a:pt x="183" y="3891"/>
                    <a:pt x="244" y="3891"/>
                  </a:cubicBezTo>
                  <a:cubicBezTo>
                    <a:pt x="1338" y="3891"/>
                    <a:pt x="2189" y="3009"/>
                    <a:pt x="2189" y="1945"/>
                  </a:cubicBezTo>
                  <a:cubicBezTo>
                    <a:pt x="2189" y="882"/>
                    <a:pt x="1338" y="0"/>
                    <a:pt x="24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80"/>
            <p:cNvSpPr/>
            <p:nvPr/>
          </p:nvSpPr>
          <p:spPr>
            <a:xfrm>
              <a:off x="9308278" y="974215"/>
              <a:ext cx="249987" cy="281262"/>
            </a:xfrm>
            <a:custGeom>
              <a:avLst/>
              <a:gdLst/>
              <a:ahLst/>
              <a:cxnLst/>
              <a:rect l="l" t="t" r="r" b="b"/>
              <a:pathLst>
                <a:path w="3405" h="3831" extrusionOk="0">
                  <a:moveTo>
                    <a:pt x="1703" y="1"/>
                  </a:moveTo>
                  <a:cubicBezTo>
                    <a:pt x="760" y="1"/>
                    <a:pt x="0" y="852"/>
                    <a:pt x="0" y="1915"/>
                  </a:cubicBezTo>
                  <a:cubicBezTo>
                    <a:pt x="0" y="2979"/>
                    <a:pt x="760" y="3830"/>
                    <a:pt x="1703" y="3830"/>
                  </a:cubicBezTo>
                  <a:cubicBezTo>
                    <a:pt x="2645" y="3830"/>
                    <a:pt x="3405" y="2979"/>
                    <a:pt x="3405" y="1915"/>
                  </a:cubicBezTo>
                  <a:cubicBezTo>
                    <a:pt x="3405" y="852"/>
                    <a:pt x="2645" y="1"/>
                    <a:pt x="170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80"/>
            <p:cNvSpPr/>
            <p:nvPr/>
          </p:nvSpPr>
          <p:spPr>
            <a:xfrm>
              <a:off x="7703723" y="1554437"/>
              <a:ext cx="160784" cy="285741"/>
            </a:xfrm>
            <a:custGeom>
              <a:avLst/>
              <a:gdLst/>
              <a:ahLst/>
              <a:cxnLst/>
              <a:rect l="l" t="t" r="r" b="b"/>
              <a:pathLst>
                <a:path w="2190" h="3892" extrusionOk="0">
                  <a:moveTo>
                    <a:pt x="244" y="0"/>
                  </a:moveTo>
                  <a:cubicBezTo>
                    <a:pt x="153" y="0"/>
                    <a:pt x="92" y="31"/>
                    <a:pt x="1" y="31"/>
                  </a:cubicBezTo>
                  <a:cubicBezTo>
                    <a:pt x="943" y="152"/>
                    <a:pt x="1703" y="943"/>
                    <a:pt x="1703" y="1946"/>
                  </a:cubicBezTo>
                  <a:cubicBezTo>
                    <a:pt x="1703" y="2949"/>
                    <a:pt x="943" y="3739"/>
                    <a:pt x="1" y="3861"/>
                  </a:cubicBezTo>
                  <a:cubicBezTo>
                    <a:pt x="92" y="3891"/>
                    <a:pt x="153" y="3891"/>
                    <a:pt x="244" y="3891"/>
                  </a:cubicBezTo>
                  <a:cubicBezTo>
                    <a:pt x="1308" y="3891"/>
                    <a:pt x="2189" y="3010"/>
                    <a:pt x="2189" y="1946"/>
                  </a:cubicBezTo>
                  <a:cubicBezTo>
                    <a:pt x="2189" y="882"/>
                    <a:pt x="1308" y="0"/>
                    <a:pt x="24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80"/>
            <p:cNvSpPr/>
            <p:nvPr/>
          </p:nvSpPr>
          <p:spPr>
            <a:xfrm>
              <a:off x="7578766" y="1556640"/>
              <a:ext cx="250060" cy="281262"/>
            </a:xfrm>
            <a:custGeom>
              <a:avLst/>
              <a:gdLst/>
              <a:ahLst/>
              <a:cxnLst/>
              <a:rect l="l" t="t" r="r" b="b"/>
              <a:pathLst>
                <a:path w="3406" h="3831" extrusionOk="0">
                  <a:moveTo>
                    <a:pt x="1703" y="1"/>
                  </a:moveTo>
                  <a:cubicBezTo>
                    <a:pt x="761" y="1"/>
                    <a:pt x="1" y="852"/>
                    <a:pt x="1" y="1916"/>
                  </a:cubicBezTo>
                  <a:cubicBezTo>
                    <a:pt x="1" y="2980"/>
                    <a:pt x="761" y="3831"/>
                    <a:pt x="1703" y="3831"/>
                  </a:cubicBezTo>
                  <a:cubicBezTo>
                    <a:pt x="2645" y="3831"/>
                    <a:pt x="3405" y="2980"/>
                    <a:pt x="3405" y="1916"/>
                  </a:cubicBezTo>
                  <a:cubicBezTo>
                    <a:pt x="3405" y="852"/>
                    <a:pt x="2645" y="1"/>
                    <a:pt x="170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80"/>
            <p:cNvSpPr/>
            <p:nvPr/>
          </p:nvSpPr>
          <p:spPr>
            <a:xfrm>
              <a:off x="9103001" y="405153"/>
              <a:ext cx="160711" cy="285741"/>
            </a:xfrm>
            <a:custGeom>
              <a:avLst/>
              <a:gdLst/>
              <a:ahLst/>
              <a:cxnLst/>
              <a:rect l="l" t="t" r="r" b="b"/>
              <a:pathLst>
                <a:path w="2189" h="3892" extrusionOk="0">
                  <a:moveTo>
                    <a:pt x="243" y="1"/>
                  </a:moveTo>
                  <a:cubicBezTo>
                    <a:pt x="152" y="1"/>
                    <a:pt x="61" y="31"/>
                    <a:pt x="0" y="31"/>
                  </a:cubicBezTo>
                  <a:cubicBezTo>
                    <a:pt x="942" y="153"/>
                    <a:pt x="1702" y="973"/>
                    <a:pt x="1702" y="1946"/>
                  </a:cubicBezTo>
                  <a:cubicBezTo>
                    <a:pt x="1702" y="2949"/>
                    <a:pt x="942" y="3739"/>
                    <a:pt x="0" y="3861"/>
                  </a:cubicBezTo>
                  <a:cubicBezTo>
                    <a:pt x="61" y="3891"/>
                    <a:pt x="152" y="3891"/>
                    <a:pt x="243" y="3891"/>
                  </a:cubicBezTo>
                  <a:cubicBezTo>
                    <a:pt x="1307" y="3891"/>
                    <a:pt x="2158" y="3040"/>
                    <a:pt x="2158" y="1946"/>
                  </a:cubicBezTo>
                  <a:cubicBezTo>
                    <a:pt x="2189" y="882"/>
                    <a:pt x="1307" y="1"/>
                    <a:pt x="24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80"/>
            <p:cNvSpPr/>
            <p:nvPr/>
          </p:nvSpPr>
          <p:spPr>
            <a:xfrm>
              <a:off x="8977969" y="407429"/>
              <a:ext cx="250060" cy="281189"/>
            </a:xfrm>
            <a:custGeom>
              <a:avLst/>
              <a:gdLst/>
              <a:ahLst/>
              <a:cxnLst/>
              <a:rect l="l" t="t" r="r" b="b"/>
              <a:pathLst>
                <a:path w="3406" h="3830" extrusionOk="0">
                  <a:moveTo>
                    <a:pt x="1703" y="0"/>
                  </a:moveTo>
                  <a:cubicBezTo>
                    <a:pt x="761" y="0"/>
                    <a:pt x="1" y="882"/>
                    <a:pt x="1" y="1915"/>
                  </a:cubicBezTo>
                  <a:cubicBezTo>
                    <a:pt x="1" y="2979"/>
                    <a:pt x="761" y="3830"/>
                    <a:pt x="1703" y="3830"/>
                  </a:cubicBezTo>
                  <a:cubicBezTo>
                    <a:pt x="2615" y="3830"/>
                    <a:pt x="3405" y="2979"/>
                    <a:pt x="3405" y="1915"/>
                  </a:cubicBezTo>
                  <a:cubicBezTo>
                    <a:pt x="3405" y="882"/>
                    <a:pt x="2615" y="0"/>
                    <a:pt x="170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80"/>
            <p:cNvSpPr/>
            <p:nvPr/>
          </p:nvSpPr>
          <p:spPr>
            <a:xfrm>
              <a:off x="8402224" y="-105836"/>
              <a:ext cx="189784" cy="282657"/>
            </a:xfrm>
            <a:custGeom>
              <a:avLst/>
              <a:gdLst/>
              <a:ahLst/>
              <a:cxnLst/>
              <a:rect l="l" t="t" r="r" b="b"/>
              <a:pathLst>
                <a:path w="2585" h="3850" extrusionOk="0">
                  <a:moveTo>
                    <a:pt x="548" y="0"/>
                  </a:moveTo>
                  <a:cubicBezTo>
                    <a:pt x="1490" y="243"/>
                    <a:pt x="2098" y="1155"/>
                    <a:pt x="1977" y="2128"/>
                  </a:cubicBezTo>
                  <a:cubicBezTo>
                    <a:pt x="1828" y="3080"/>
                    <a:pt x="1009" y="3770"/>
                    <a:pt x="62" y="3770"/>
                  </a:cubicBezTo>
                  <a:cubicBezTo>
                    <a:pt x="42" y="3770"/>
                    <a:pt x="21" y="3770"/>
                    <a:pt x="1" y="3769"/>
                  </a:cubicBezTo>
                  <a:lnTo>
                    <a:pt x="1" y="3769"/>
                  </a:lnTo>
                  <a:cubicBezTo>
                    <a:pt x="92" y="3800"/>
                    <a:pt x="153" y="3830"/>
                    <a:pt x="244" y="3830"/>
                  </a:cubicBezTo>
                  <a:cubicBezTo>
                    <a:pt x="338" y="3843"/>
                    <a:pt x="432" y="3850"/>
                    <a:pt x="524" y="3850"/>
                  </a:cubicBezTo>
                  <a:cubicBezTo>
                    <a:pt x="1474" y="3850"/>
                    <a:pt x="2294" y="3158"/>
                    <a:pt x="2432" y="2189"/>
                  </a:cubicBezTo>
                  <a:cubicBezTo>
                    <a:pt x="2584" y="1155"/>
                    <a:pt x="1855" y="152"/>
                    <a:pt x="79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80"/>
            <p:cNvSpPr/>
            <p:nvPr/>
          </p:nvSpPr>
          <p:spPr>
            <a:xfrm>
              <a:off x="8288426" y="-109066"/>
              <a:ext cx="270103" cy="281483"/>
            </a:xfrm>
            <a:custGeom>
              <a:avLst/>
              <a:gdLst/>
              <a:ahLst/>
              <a:cxnLst/>
              <a:rect l="l" t="t" r="r" b="b"/>
              <a:pathLst>
                <a:path w="3679" h="3834" extrusionOk="0">
                  <a:moveTo>
                    <a:pt x="1899" y="0"/>
                  </a:moveTo>
                  <a:cubicBezTo>
                    <a:pt x="1061" y="0"/>
                    <a:pt x="293" y="699"/>
                    <a:pt x="153" y="1685"/>
                  </a:cubicBezTo>
                  <a:cubicBezTo>
                    <a:pt x="1" y="2719"/>
                    <a:pt x="609" y="3692"/>
                    <a:pt x="1551" y="3813"/>
                  </a:cubicBezTo>
                  <a:cubicBezTo>
                    <a:pt x="1634" y="3827"/>
                    <a:pt x="1717" y="3833"/>
                    <a:pt x="1799" y="3833"/>
                  </a:cubicBezTo>
                  <a:cubicBezTo>
                    <a:pt x="2639" y="3833"/>
                    <a:pt x="3360" y="3141"/>
                    <a:pt x="3527" y="2172"/>
                  </a:cubicBezTo>
                  <a:cubicBezTo>
                    <a:pt x="3678" y="1138"/>
                    <a:pt x="3040" y="166"/>
                    <a:pt x="2098" y="14"/>
                  </a:cubicBezTo>
                  <a:cubicBezTo>
                    <a:pt x="2031" y="5"/>
                    <a:pt x="1965" y="0"/>
                    <a:pt x="189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80"/>
            <p:cNvSpPr/>
            <p:nvPr/>
          </p:nvSpPr>
          <p:spPr>
            <a:xfrm>
              <a:off x="8391064" y="780098"/>
              <a:ext cx="189784" cy="284933"/>
            </a:xfrm>
            <a:custGeom>
              <a:avLst/>
              <a:gdLst/>
              <a:ahLst/>
              <a:cxnLst/>
              <a:rect l="l" t="t" r="r" b="b"/>
              <a:pathLst>
                <a:path w="2585" h="3881" extrusionOk="0">
                  <a:moveTo>
                    <a:pt x="548" y="0"/>
                  </a:moveTo>
                  <a:cubicBezTo>
                    <a:pt x="1490" y="243"/>
                    <a:pt x="2098" y="1155"/>
                    <a:pt x="1977" y="2128"/>
                  </a:cubicBezTo>
                  <a:cubicBezTo>
                    <a:pt x="1825" y="3131"/>
                    <a:pt x="973" y="3800"/>
                    <a:pt x="1" y="3800"/>
                  </a:cubicBezTo>
                  <a:cubicBezTo>
                    <a:pt x="92" y="3800"/>
                    <a:pt x="153" y="3830"/>
                    <a:pt x="244" y="3860"/>
                  </a:cubicBezTo>
                  <a:cubicBezTo>
                    <a:pt x="338" y="3874"/>
                    <a:pt x="432" y="3880"/>
                    <a:pt x="524" y="3880"/>
                  </a:cubicBezTo>
                  <a:cubicBezTo>
                    <a:pt x="1474" y="3880"/>
                    <a:pt x="2294" y="3189"/>
                    <a:pt x="2432" y="2219"/>
                  </a:cubicBezTo>
                  <a:cubicBezTo>
                    <a:pt x="2584" y="1155"/>
                    <a:pt x="1855" y="152"/>
                    <a:pt x="79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80"/>
            <p:cNvSpPr/>
            <p:nvPr/>
          </p:nvSpPr>
          <p:spPr>
            <a:xfrm>
              <a:off x="8277266" y="778630"/>
              <a:ext cx="270103" cy="281409"/>
            </a:xfrm>
            <a:custGeom>
              <a:avLst/>
              <a:gdLst/>
              <a:ahLst/>
              <a:cxnLst/>
              <a:rect l="l" t="t" r="r" b="b"/>
              <a:pathLst>
                <a:path w="3679" h="3833" extrusionOk="0">
                  <a:moveTo>
                    <a:pt x="1864" y="1"/>
                  </a:moveTo>
                  <a:cubicBezTo>
                    <a:pt x="1040" y="1"/>
                    <a:pt x="292" y="717"/>
                    <a:pt x="153" y="1661"/>
                  </a:cubicBezTo>
                  <a:cubicBezTo>
                    <a:pt x="1" y="2725"/>
                    <a:pt x="609" y="3668"/>
                    <a:pt x="1551" y="3820"/>
                  </a:cubicBezTo>
                  <a:cubicBezTo>
                    <a:pt x="1620" y="3828"/>
                    <a:pt x="1688" y="3833"/>
                    <a:pt x="1756" y="3833"/>
                  </a:cubicBezTo>
                  <a:cubicBezTo>
                    <a:pt x="2614" y="3833"/>
                    <a:pt x="3357" y="3134"/>
                    <a:pt x="3527" y="2148"/>
                  </a:cubicBezTo>
                  <a:cubicBezTo>
                    <a:pt x="3679" y="1114"/>
                    <a:pt x="3040" y="142"/>
                    <a:pt x="2098" y="20"/>
                  </a:cubicBezTo>
                  <a:cubicBezTo>
                    <a:pt x="2020" y="7"/>
                    <a:pt x="1941" y="1"/>
                    <a:pt x="186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80"/>
            <p:cNvSpPr/>
            <p:nvPr/>
          </p:nvSpPr>
          <p:spPr>
            <a:xfrm>
              <a:off x="7663564" y="342674"/>
              <a:ext cx="189784" cy="284933"/>
            </a:xfrm>
            <a:custGeom>
              <a:avLst/>
              <a:gdLst/>
              <a:ahLst/>
              <a:cxnLst/>
              <a:rect l="l" t="t" r="r" b="b"/>
              <a:pathLst>
                <a:path w="2585" h="3881" extrusionOk="0">
                  <a:moveTo>
                    <a:pt x="548" y="1"/>
                  </a:moveTo>
                  <a:cubicBezTo>
                    <a:pt x="1490" y="274"/>
                    <a:pt x="2098" y="1186"/>
                    <a:pt x="1946" y="2159"/>
                  </a:cubicBezTo>
                  <a:cubicBezTo>
                    <a:pt x="1827" y="3111"/>
                    <a:pt x="1009" y="3801"/>
                    <a:pt x="62" y="3801"/>
                  </a:cubicBezTo>
                  <a:cubicBezTo>
                    <a:pt x="42" y="3801"/>
                    <a:pt x="21" y="3801"/>
                    <a:pt x="1" y="3800"/>
                  </a:cubicBezTo>
                  <a:lnTo>
                    <a:pt x="1" y="3800"/>
                  </a:lnTo>
                  <a:cubicBezTo>
                    <a:pt x="92" y="3830"/>
                    <a:pt x="153" y="3861"/>
                    <a:pt x="244" y="3861"/>
                  </a:cubicBezTo>
                  <a:cubicBezTo>
                    <a:pt x="338" y="3874"/>
                    <a:pt x="432" y="3881"/>
                    <a:pt x="524" y="3881"/>
                  </a:cubicBezTo>
                  <a:cubicBezTo>
                    <a:pt x="1474" y="3881"/>
                    <a:pt x="2294" y="3189"/>
                    <a:pt x="2432" y="2219"/>
                  </a:cubicBezTo>
                  <a:cubicBezTo>
                    <a:pt x="2584" y="1156"/>
                    <a:pt x="1855" y="183"/>
                    <a:pt x="791" y="31"/>
                  </a:cubicBezTo>
                  <a:cubicBezTo>
                    <a:pt x="700" y="1"/>
                    <a:pt x="639" y="1"/>
                    <a:pt x="54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80"/>
            <p:cNvSpPr/>
            <p:nvPr/>
          </p:nvSpPr>
          <p:spPr>
            <a:xfrm>
              <a:off x="7547563" y="341720"/>
              <a:ext cx="270103" cy="281409"/>
            </a:xfrm>
            <a:custGeom>
              <a:avLst/>
              <a:gdLst/>
              <a:ahLst/>
              <a:cxnLst/>
              <a:rect l="l" t="t" r="r" b="b"/>
              <a:pathLst>
                <a:path w="3679" h="3833" extrusionOk="0">
                  <a:moveTo>
                    <a:pt x="1923" y="0"/>
                  </a:moveTo>
                  <a:cubicBezTo>
                    <a:pt x="1065" y="0"/>
                    <a:pt x="321" y="699"/>
                    <a:pt x="152" y="1685"/>
                  </a:cubicBezTo>
                  <a:cubicBezTo>
                    <a:pt x="0" y="2719"/>
                    <a:pt x="639" y="3691"/>
                    <a:pt x="1581" y="3813"/>
                  </a:cubicBezTo>
                  <a:cubicBezTo>
                    <a:pt x="1659" y="3826"/>
                    <a:pt x="1737" y="3832"/>
                    <a:pt x="1815" y="3832"/>
                  </a:cubicBezTo>
                  <a:cubicBezTo>
                    <a:pt x="2639" y="3832"/>
                    <a:pt x="3387" y="3116"/>
                    <a:pt x="3526" y="2172"/>
                  </a:cubicBezTo>
                  <a:cubicBezTo>
                    <a:pt x="3678" y="1108"/>
                    <a:pt x="3070" y="166"/>
                    <a:pt x="2128" y="14"/>
                  </a:cubicBezTo>
                  <a:cubicBezTo>
                    <a:pt x="2059" y="5"/>
                    <a:pt x="1991" y="0"/>
                    <a:pt x="192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3" name="Google Shape;1333;p80"/>
            <p:cNvGrpSpPr/>
            <p:nvPr/>
          </p:nvGrpSpPr>
          <p:grpSpPr>
            <a:xfrm rot="-899825">
              <a:off x="4477824" y="1649490"/>
              <a:ext cx="3376495" cy="3681813"/>
              <a:chOff x="5006800" y="1811156"/>
              <a:chExt cx="2989175" cy="3259469"/>
            </a:xfrm>
          </p:grpSpPr>
          <p:grpSp>
            <p:nvGrpSpPr>
              <p:cNvPr id="1334" name="Google Shape;1334;p80"/>
              <p:cNvGrpSpPr/>
              <p:nvPr/>
            </p:nvGrpSpPr>
            <p:grpSpPr>
              <a:xfrm>
                <a:off x="5006800" y="1811156"/>
                <a:ext cx="2989175" cy="3259469"/>
                <a:chOff x="5006800" y="1811156"/>
                <a:chExt cx="2989175" cy="3259469"/>
              </a:xfrm>
            </p:grpSpPr>
            <p:sp>
              <p:nvSpPr>
                <p:cNvPr id="1335" name="Google Shape;1335;p80"/>
                <p:cNvSpPr/>
                <p:nvPr/>
              </p:nvSpPr>
              <p:spPr>
                <a:xfrm rot="-899979">
                  <a:off x="6575303" y="2639287"/>
                  <a:ext cx="1180995" cy="2007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5" h="30488" extrusionOk="0">
                      <a:moveTo>
                        <a:pt x="17934" y="1"/>
                      </a:moveTo>
                      <a:lnTo>
                        <a:pt x="1" y="9667"/>
                      </a:lnTo>
                      <a:lnTo>
                        <a:pt x="1" y="30488"/>
                      </a:lnTo>
                      <a:lnTo>
                        <a:pt x="17934" y="19849"/>
                      </a:lnTo>
                      <a:lnTo>
                        <a:pt x="17934" y="1"/>
                      </a:lnTo>
                      <a:close/>
                    </a:path>
                  </a:pathLst>
                </a:custGeom>
                <a:solidFill>
                  <a:srgbClr val="E0CFB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6" name="Google Shape;1336;p80"/>
                <p:cNvSpPr/>
                <p:nvPr/>
              </p:nvSpPr>
              <p:spPr>
                <a:xfrm rot="-899979">
                  <a:off x="5144026" y="2093182"/>
                  <a:ext cx="2359883" cy="137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38" h="20822" extrusionOk="0">
                      <a:moveTo>
                        <a:pt x="18390" y="1"/>
                      </a:moveTo>
                      <a:lnTo>
                        <a:pt x="1" y="10669"/>
                      </a:lnTo>
                      <a:lnTo>
                        <a:pt x="17904" y="20822"/>
                      </a:lnTo>
                      <a:lnTo>
                        <a:pt x="35837" y="11156"/>
                      </a:lnTo>
                      <a:lnTo>
                        <a:pt x="18390" y="1"/>
                      </a:lnTo>
                      <a:close/>
                    </a:path>
                  </a:pathLst>
                </a:custGeom>
                <a:solidFill>
                  <a:srgbClr val="E6BD8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7" name="Google Shape;1337;p80"/>
                <p:cNvSpPr/>
                <p:nvPr/>
              </p:nvSpPr>
              <p:spPr>
                <a:xfrm rot="-899979">
                  <a:off x="5432482" y="2913211"/>
                  <a:ext cx="1178954" cy="2039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04" h="30974" extrusionOk="0">
                      <a:moveTo>
                        <a:pt x="1" y="0"/>
                      </a:moveTo>
                      <a:lnTo>
                        <a:pt x="1" y="20335"/>
                      </a:lnTo>
                      <a:lnTo>
                        <a:pt x="17904" y="30974"/>
                      </a:lnTo>
                      <a:lnTo>
                        <a:pt x="17904" y="1015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D0A47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8" name="Google Shape;1338;p80"/>
                <p:cNvSpPr/>
                <p:nvPr/>
              </p:nvSpPr>
              <p:spPr>
                <a:xfrm rot="-899979">
                  <a:off x="7080466" y="3494225"/>
                  <a:ext cx="224215" cy="25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5" h="3800" extrusionOk="0">
                      <a:moveTo>
                        <a:pt x="1703" y="0"/>
                      </a:moveTo>
                      <a:cubicBezTo>
                        <a:pt x="760" y="0"/>
                        <a:pt x="0" y="851"/>
                        <a:pt x="0" y="1915"/>
                      </a:cubicBezTo>
                      <a:cubicBezTo>
                        <a:pt x="0" y="2949"/>
                        <a:pt x="760" y="3800"/>
                        <a:pt x="1703" y="3800"/>
                      </a:cubicBezTo>
                      <a:cubicBezTo>
                        <a:pt x="2645" y="3800"/>
                        <a:pt x="3405" y="2949"/>
                        <a:pt x="3405" y="1915"/>
                      </a:cubicBezTo>
                      <a:cubicBezTo>
                        <a:pt x="3405" y="851"/>
                        <a:pt x="2645" y="0"/>
                        <a:pt x="170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9" name="Google Shape;1339;p80"/>
                <p:cNvSpPr/>
                <p:nvPr/>
              </p:nvSpPr>
              <p:spPr>
                <a:xfrm rot="-899979">
                  <a:off x="5580827" y="4059768"/>
                  <a:ext cx="224215" cy="252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5" h="3831" extrusionOk="0">
                      <a:moveTo>
                        <a:pt x="1702" y="1"/>
                      </a:moveTo>
                      <a:cubicBezTo>
                        <a:pt x="760" y="1"/>
                        <a:pt x="0" y="852"/>
                        <a:pt x="0" y="1915"/>
                      </a:cubicBezTo>
                      <a:cubicBezTo>
                        <a:pt x="0" y="2979"/>
                        <a:pt x="760" y="3830"/>
                        <a:pt x="1702" y="3830"/>
                      </a:cubicBezTo>
                      <a:cubicBezTo>
                        <a:pt x="2645" y="3830"/>
                        <a:pt x="3404" y="2979"/>
                        <a:pt x="3404" y="1915"/>
                      </a:cubicBezTo>
                      <a:cubicBezTo>
                        <a:pt x="3404" y="852"/>
                        <a:pt x="2645" y="1"/>
                        <a:pt x="17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0" name="Google Shape;1340;p80"/>
                <p:cNvSpPr/>
                <p:nvPr/>
              </p:nvSpPr>
              <p:spPr>
                <a:xfrm rot="-899979">
                  <a:off x="5879898" y="3816181"/>
                  <a:ext cx="222239" cy="25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5" h="3800" extrusionOk="0">
                      <a:moveTo>
                        <a:pt x="1703" y="0"/>
                      </a:moveTo>
                      <a:cubicBezTo>
                        <a:pt x="761" y="0"/>
                        <a:pt x="1" y="851"/>
                        <a:pt x="1" y="1915"/>
                      </a:cubicBezTo>
                      <a:cubicBezTo>
                        <a:pt x="1" y="2949"/>
                        <a:pt x="761" y="3800"/>
                        <a:pt x="1703" y="3800"/>
                      </a:cubicBezTo>
                      <a:cubicBezTo>
                        <a:pt x="2615" y="3800"/>
                        <a:pt x="3375" y="2949"/>
                        <a:pt x="3375" y="1915"/>
                      </a:cubicBezTo>
                      <a:cubicBezTo>
                        <a:pt x="3375" y="851"/>
                        <a:pt x="2615" y="0"/>
                        <a:pt x="170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1" name="Google Shape;1341;p80"/>
                <p:cNvSpPr/>
                <p:nvPr/>
              </p:nvSpPr>
              <p:spPr>
                <a:xfrm rot="-899979">
                  <a:off x="6207969" y="3562254"/>
                  <a:ext cx="224215" cy="252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5" h="3831" extrusionOk="0">
                      <a:moveTo>
                        <a:pt x="1702" y="1"/>
                      </a:moveTo>
                      <a:cubicBezTo>
                        <a:pt x="760" y="1"/>
                        <a:pt x="0" y="852"/>
                        <a:pt x="0" y="1916"/>
                      </a:cubicBezTo>
                      <a:cubicBezTo>
                        <a:pt x="0" y="2979"/>
                        <a:pt x="760" y="3831"/>
                        <a:pt x="1702" y="3831"/>
                      </a:cubicBezTo>
                      <a:cubicBezTo>
                        <a:pt x="2645" y="3831"/>
                        <a:pt x="3405" y="2979"/>
                        <a:pt x="3405" y="1916"/>
                      </a:cubicBezTo>
                      <a:cubicBezTo>
                        <a:pt x="3405" y="852"/>
                        <a:pt x="2645" y="1"/>
                        <a:pt x="17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2" name="Google Shape;1342;p80"/>
                <p:cNvSpPr/>
                <p:nvPr/>
              </p:nvSpPr>
              <p:spPr>
                <a:xfrm rot="-899979">
                  <a:off x="6170199" y="2284222"/>
                  <a:ext cx="240216" cy="250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8" h="3809" extrusionOk="0">
                      <a:moveTo>
                        <a:pt x="1864" y="0"/>
                      </a:moveTo>
                      <a:cubicBezTo>
                        <a:pt x="1040" y="0"/>
                        <a:pt x="291" y="716"/>
                        <a:pt x="152" y="1661"/>
                      </a:cubicBezTo>
                      <a:cubicBezTo>
                        <a:pt x="0" y="2694"/>
                        <a:pt x="639" y="3667"/>
                        <a:pt x="1551" y="3788"/>
                      </a:cubicBezTo>
                      <a:cubicBezTo>
                        <a:pt x="1634" y="3802"/>
                        <a:pt x="1717" y="3808"/>
                        <a:pt x="1799" y="3808"/>
                      </a:cubicBezTo>
                      <a:cubicBezTo>
                        <a:pt x="2638" y="3808"/>
                        <a:pt x="3357" y="3117"/>
                        <a:pt x="3496" y="2147"/>
                      </a:cubicBezTo>
                      <a:cubicBezTo>
                        <a:pt x="3648" y="1114"/>
                        <a:pt x="3040" y="141"/>
                        <a:pt x="2098" y="19"/>
                      </a:cubicBezTo>
                      <a:cubicBezTo>
                        <a:pt x="2019" y="6"/>
                        <a:pt x="1941" y="0"/>
                        <a:pt x="186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3" name="Google Shape;1343;p80"/>
                <p:cNvSpPr/>
                <p:nvPr/>
              </p:nvSpPr>
              <p:spPr>
                <a:xfrm rot="-899979">
                  <a:off x="6248859" y="2948949"/>
                  <a:ext cx="240216" cy="250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8" h="3810" extrusionOk="0">
                      <a:moveTo>
                        <a:pt x="1864" y="1"/>
                      </a:moveTo>
                      <a:cubicBezTo>
                        <a:pt x="1040" y="1"/>
                        <a:pt x="291" y="717"/>
                        <a:pt x="152" y="1662"/>
                      </a:cubicBezTo>
                      <a:cubicBezTo>
                        <a:pt x="0" y="2695"/>
                        <a:pt x="608" y="3668"/>
                        <a:pt x="1551" y="3789"/>
                      </a:cubicBezTo>
                      <a:cubicBezTo>
                        <a:pt x="1632" y="3803"/>
                        <a:pt x="1712" y="3809"/>
                        <a:pt x="1792" y="3809"/>
                      </a:cubicBezTo>
                      <a:cubicBezTo>
                        <a:pt x="2613" y="3809"/>
                        <a:pt x="3357" y="3118"/>
                        <a:pt x="3496" y="2148"/>
                      </a:cubicBezTo>
                      <a:cubicBezTo>
                        <a:pt x="3648" y="1115"/>
                        <a:pt x="3010" y="142"/>
                        <a:pt x="2098" y="20"/>
                      </a:cubicBezTo>
                      <a:cubicBezTo>
                        <a:pt x="2019" y="7"/>
                        <a:pt x="1941" y="1"/>
                        <a:pt x="1864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44" name="Google Shape;1344;p80"/>
              <p:cNvSpPr/>
              <p:nvPr/>
            </p:nvSpPr>
            <p:spPr>
              <a:xfrm rot="-899979">
                <a:off x="7190084" y="3473531"/>
                <a:ext cx="144209" cy="254307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862" extrusionOk="0">
                    <a:moveTo>
                      <a:pt x="1" y="1"/>
                    </a:moveTo>
                    <a:cubicBezTo>
                      <a:pt x="943" y="123"/>
                      <a:pt x="1703" y="943"/>
                      <a:pt x="1703" y="1916"/>
                    </a:cubicBezTo>
                    <a:cubicBezTo>
                      <a:pt x="1703" y="2919"/>
                      <a:pt x="943" y="3709"/>
                      <a:pt x="1" y="3831"/>
                    </a:cubicBezTo>
                    <a:cubicBezTo>
                      <a:pt x="61" y="3861"/>
                      <a:pt x="153" y="3861"/>
                      <a:pt x="244" y="3861"/>
                    </a:cubicBezTo>
                    <a:cubicBezTo>
                      <a:pt x="1308" y="3861"/>
                      <a:pt x="2189" y="2980"/>
                      <a:pt x="2189" y="1916"/>
                    </a:cubicBezTo>
                    <a:cubicBezTo>
                      <a:pt x="2189" y="852"/>
                      <a:pt x="1308" y="1"/>
                      <a:pt x="24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80"/>
              <p:cNvSpPr/>
              <p:nvPr/>
            </p:nvSpPr>
            <p:spPr>
              <a:xfrm rot="-899979">
                <a:off x="5690446" y="4039147"/>
                <a:ext cx="144143" cy="256217"/>
              </a:xfrm>
              <a:custGeom>
                <a:avLst/>
                <a:gdLst/>
                <a:ahLst/>
                <a:cxnLst/>
                <a:rect l="l" t="t" r="r" b="b"/>
                <a:pathLst>
                  <a:path w="2189" h="3891" extrusionOk="0">
                    <a:moveTo>
                      <a:pt x="243" y="0"/>
                    </a:moveTo>
                    <a:cubicBezTo>
                      <a:pt x="183" y="0"/>
                      <a:pt x="91" y="31"/>
                      <a:pt x="0" y="31"/>
                    </a:cubicBezTo>
                    <a:cubicBezTo>
                      <a:pt x="973" y="152"/>
                      <a:pt x="1702" y="973"/>
                      <a:pt x="1702" y="1945"/>
                    </a:cubicBezTo>
                    <a:cubicBezTo>
                      <a:pt x="1702" y="2918"/>
                      <a:pt x="973" y="3739"/>
                      <a:pt x="0" y="3860"/>
                    </a:cubicBezTo>
                    <a:cubicBezTo>
                      <a:pt x="91" y="3860"/>
                      <a:pt x="152" y="3891"/>
                      <a:pt x="243" y="3891"/>
                    </a:cubicBezTo>
                    <a:cubicBezTo>
                      <a:pt x="1307" y="3891"/>
                      <a:pt x="2189" y="3009"/>
                      <a:pt x="2189" y="1945"/>
                    </a:cubicBezTo>
                    <a:cubicBezTo>
                      <a:pt x="2189" y="882"/>
                      <a:pt x="1338" y="0"/>
                      <a:pt x="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80"/>
              <p:cNvSpPr/>
              <p:nvPr/>
            </p:nvSpPr>
            <p:spPr>
              <a:xfrm rot="-899979">
                <a:off x="5989517" y="3795495"/>
                <a:ext cx="142167" cy="254307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3862" extrusionOk="0">
                    <a:moveTo>
                      <a:pt x="1" y="1"/>
                    </a:moveTo>
                    <a:cubicBezTo>
                      <a:pt x="943" y="123"/>
                      <a:pt x="1673" y="943"/>
                      <a:pt x="1673" y="1916"/>
                    </a:cubicBezTo>
                    <a:cubicBezTo>
                      <a:pt x="1673" y="2919"/>
                      <a:pt x="943" y="3709"/>
                      <a:pt x="1" y="3831"/>
                    </a:cubicBezTo>
                    <a:cubicBezTo>
                      <a:pt x="62" y="3861"/>
                      <a:pt x="153" y="3861"/>
                      <a:pt x="214" y="3861"/>
                    </a:cubicBezTo>
                    <a:cubicBezTo>
                      <a:pt x="1308" y="3861"/>
                      <a:pt x="2159" y="2980"/>
                      <a:pt x="2159" y="1916"/>
                    </a:cubicBezTo>
                    <a:cubicBezTo>
                      <a:pt x="2159" y="852"/>
                      <a:pt x="1308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80"/>
              <p:cNvSpPr/>
              <p:nvPr/>
            </p:nvSpPr>
            <p:spPr>
              <a:xfrm rot="-899979">
                <a:off x="6317366" y="3541923"/>
                <a:ext cx="142167" cy="254242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3861" extrusionOk="0">
                    <a:moveTo>
                      <a:pt x="244" y="0"/>
                    </a:moveTo>
                    <a:cubicBezTo>
                      <a:pt x="152" y="0"/>
                      <a:pt x="61" y="31"/>
                      <a:pt x="0" y="31"/>
                    </a:cubicBezTo>
                    <a:cubicBezTo>
                      <a:pt x="943" y="152"/>
                      <a:pt x="1672" y="943"/>
                      <a:pt x="1672" y="1946"/>
                    </a:cubicBezTo>
                    <a:cubicBezTo>
                      <a:pt x="1672" y="2918"/>
                      <a:pt x="943" y="3739"/>
                      <a:pt x="0" y="3861"/>
                    </a:cubicBezTo>
                    <a:lnTo>
                      <a:pt x="244" y="3861"/>
                    </a:lnTo>
                    <a:cubicBezTo>
                      <a:pt x="1307" y="3861"/>
                      <a:pt x="2159" y="3009"/>
                      <a:pt x="2159" y="1946"/>
                    </a:cubicBezTo>
                    <a:cubicBezTo>
                      <a:pt x="2159" y="851"/>
                      <a:pt x="1307" y="0"/>
                      <a:pt x="2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80"/>
              <p:cNvSpPr/>
              <p:nvPr/>
            </p:nvSpPr>
            <p:spPr>
              <a:xfrm rot="-899979">
                <a:off x="6270916" y="2267991"/>
                <a:ext cx="170219" cy="255559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3881" extrusionOk="0">
                    <a:moveTo>
                      <a:pt x="578" y="0"/>
                    </a:moveTo>
                    <a:cubicBezTo>
                      <a:pt x="1490" y="244"/>
                      <a:pt x="2098" y="1155"/>
                      <a:pt x="1976" y="2128"/>
                    </a:cubicBezTo>
                    <a:cubicBezTo>
                      <a:pt x="1828" y="3080"/>
                      <a:pt x="1009" y="3770"/>
                      <a:pt x="62" y="3770"/>
                    </a:cubicBezTo>
                    <a:cubicBezTo>
                      <a:pt x="41" y="3770"/>
                      <a:pt x="21" y="3770"/>
                      <a:pt x="1" y="3769"/>
                    </a:cubicBezTo>
                    <a:lnTo>
                      <a:pt x="1" y="3769"/>
                    </a:lnTo>
                    <a:cubicBezTo>
                      <a:pt x="92" y="3800"/>
                      <a:pt x="183" y="3830"/>
                      <a:pt x="244" y="3861"/>
                    </a:cubicBezTo>
                    <a:cubicBezTo>
                      <a:pt x="338" y="3874"/>
                      <a:pt x="432" y="3881"/>
                      <a:pt x="524" y="3881"/>
                    </a:cubicBezTo>
                    <a:cubicBezTo>
                      <a:pt x="1474" y="3881"/>
                      <a:pt x="2294" y="3189"/>
                      <a:pt x="2432" y="2219"/>
                    </a:cubicBezTo>
                    <a:cubicBezTo>
                      <a:pt x="2584" y="1155"/>
                      <a:pt x="1855" y="152"/>
                      <a:pt x="8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80"/>
              <p:cNvSpPr/>
              <p:nvPr/>
            </p:nvSpPr>
            <p:spPr>
              <a:xfrm rot="-899979">
                <a:off x="6349585" y="2932783"/>
                <a:ext cx="170219" cy="255559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3881" extrusionOk="0">
                    <a:moveTo>
                      <a:pt x="548" y="0"/>
                    </a:moveTo>
                    <a:cubicBezTo>
                      <a:pt x="1490" y="244"/>
                      <a:pt x="2098" y="1155"/>
                      <a:pt x="1946" y="2128"/>
                    </a:cubicBezTo>
                    <a:cubicBezTo>
                      <a:pt x="1824" y="3101"/>
                      <a:pt x="973" y="3800"/>
                      <a:pt x="1" y="3800"/>
                    </a:cubicBezTo>
                    <a:cubicBezTo>
                      <a:pt x="92" y="3800"/>
                      <a:pt x="153" y="3830"/>
                      <a:pt x="244" y="3861"/>
                    </a:cubicBezTo>
                    <a:cubicBezTo>
                      <a:pt x="338" y="3874"/>
                      <a:pt x="432" y="3881"/>
                      <a:pt x="524" y="3881"/>
                    </a:cubicBezTo>
                    <a:cubicBezTo>
                      <a:pt x="1474" y="3881"/>
                      <a:pt x="2294" y="3189"/>
                      <a:pt x="2432" y="2219"/>
                    </a:cubicBezTo>
                    <a:cubicBezTo>
                      <a:pt x="2584" y="1155"/>
                      <a:pt x="1855" y="152"/>
                      <a:pt x="7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026" name="Picture 2" descr="Egypt University of Informatics - EUI | Cairo">
            <a:extLst>
              <a:ext uri="{FF2B5EF4-FFF2-40B4-BE49-F238E27FC236}">
                <a16:creationId xmlns:a16="http://schemas.microsoft.com/office/drawing/2014/main" id="{EBA6A7BA-8C6C-1C44-772F-F9AB05A1E4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76" t="6525" r="15290" b="7879"/>
          <a:stretch>
            <a:fillRect/>
          </a:stretch>
        </p:blipFill>
        <p:spPr bwMode="auto">
          <a:xfrm>
            <a:off x="0" y="0"/>
            <a:ext cx="700108" cy="917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AD0C2CC-E1F8-D916-EB30-5726F68F52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5" name="Google Shape;2245;p93"/>
          <p:cNvGrpSpPr/>
          <p:nvPr/>
        </p:nvGrpSpPr>
        <p:grpSpPr>
          <a:xfrm>
            <a:off x="417435" y="237007"/>
            <a:ext cx="591604" cy="615737"/>
            <a:chOff x="5593285" y="1262634"/>
            <a:chExt cx="1852814" cy="1928398"/>
          </a:xfrm>
        </p:grpSpPr>
        <p:sp>
          <p:nvSpPr>
            <p:cNvPr id="2246" name="Google Shape;2246;p93"/>
            <p:cNvSpPr/>
            <p:nvPr/>
          </p:nvSpPr>
          <p:spPr>
            <a:xfrm rot="1799956">
              <a:off x="6377770" y="2014775"/>
              <a:ext cx="639880" cy="1089253"/>
            </a:xfrm>
            <a:custGeom>
              <a:avLst/>
              <a:gdLst/>
              <a:ahLst/>
              <a:cxnLst/>
              <a:rect l="l" t="t" r="r" b="b"/>
              <a:pathLst>
                <a:path w="18178" h="30944" extrusionOk="0">
                  <a:moveTo>
                    <a:pt x="18177" y="0"/>
                  </a:moveTo>
                  <a:lnTo>
                    <a:pt x="1" y="9818"/>
                  </a:lnTo>
                  <a:lnTo>
                    <a:pt x="1" y="30943"/>
                  </a:lnTo>
                  <a:lnTo>
                    <a:pt x="18177" y="20153"/>
                  </a:lnTo>
                  <a:lnTo>
                    <a:pt x="181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93"/>
            <p:cNvSpPr/>
            <p:nvPr/>
          </p:nvSpPr>
          <p:spPr>
            <a:xfrm rot="1799956">
              <a:off x="6065202" y="1533009"/>
              <a:ext cx="1280781" cy="743652"/>
            </a:xfrm>
            <a:custGeom>
              <a:avLst/>
              <a:gdLst/>
              <a:ahLst/>
              <a:cxnLst/>
              <a:rect l="l" t="t" r="r" b="b"/>
              <a:pathLst>
                <a:path w="36385" h="21126" extrusionOk="0">
                  <a:moveTo>
                    <a:pt x="18694" y="0"/>
                  </a:moveTo>
                  <a:lnTo>
                    <a:pt x="1" y="10821"/>
                  </a:lnTo>
                  <a:lnTo>
                    <a:pt x="18208" y="21125"/>
                  </a:lnTo>
                  <a:lnTo>
                    <a:pt x="36384" y="11307"/>
                  </a:lnTo>
                  <a:lnTo>
                    <a:pt x="18694" y="0"/>
                  </a:lnTo>
                  <a:close/>
                </a:path>
              </a:pathLst>
            </a:custGeom>
            <a:solidFill>
              <a:srgbClr val="84A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93"/>
            <p:cNvSpPr/>
            <p:nvPr/>
          </p:nvSpPr>
          <p:spPr>
            <a:xfrm rot="1799956">
              <a:off x="5826936" y="1678634"/>
              <a:ext cx="640936" cy="1106361"/>
            </a:xfrm>
            <a:custGeom>
              <a:avLst/>
              <a:gdLst/>
              <a:ahLst/>
              <a:cxnLst/>
              <a:rect l="l" t="t" r="r" b="b"/>
              <a:pathLst>
                <a:path w="18208" h="31430" extrusionOk="0">
                  <a:moveTo>
                    <a:pt x="1" y="0"/>
                  </a:moveTo>
                  <a:lnTo>
                    <a:pt x="1" y="20639"/>
                  </a:lnTo>
                  <a:lnTo>
                    <a:pt x="18208" y="31429"/>
                  </a:lnTo>
                  <a:lnTo>
                    <a:pt x="18208" y="1030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18C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93"/>
            <p:cNvSpPr/>
            <p:nvPr/>
          </p:nvSpPr>
          <p:spPr>
            <a:xfrm rot="1799956">
              <a:off x="6605689" y="2310697"/>
              <a:ext cx="77090" cy="139149"/>
            </a:xfrm>
            <a:custGeom>
              <a:avLst/>
              <a:gdLst/>
              <a:ahLst/>
              <a:cxnLst/>
              <a:rect l="l" t="t" r="r" b="b"/>
              <a:pathLst>
                <a:path w="2190" h="3953" extrusionOk="0">
                  <a:moveTo>
                    <a:pt x="244" y="1"/>
                  </a:moveTo>
                  <a:cubicBezTo>
                    <a:pt x="153" y="1"/>
                    <a:pt x="61" y="31"/>
                    <a:pt x="1" y="31"/>
                  </a:cubicBezTo>
                  <a:cubicBezTo>
                    <a:pt x="943" y="153"/>
                    <a:pt x="1703" y="973"/>
                    <a:pt x="1703" y="1976"/>
                  </a:cubicBezTo>
                  <a:cubicBezTo>
                    <a:pt x="1703" y="2979"/>
                    <a:pt x="943" y="3800"/>
                    <a:pt x="1" y="3922"/>
                  </a:cubicBezTo>
                  <a:cubicBezTo>
                    <a:pt x="61" y="3922"/>
                    <a:pt x="153" y="3952"/>
                    <a:pt x="244" y="3952"/>
                  </a:cubicBezTo>
                  <a:cubicBezTo>
                    <a:pt x="1308" y="3952"/>
                    <a:pt x="2189" y="3071"/>
                    <a:pt x="2189" y="1976"/>
                  </a:cubicBezTo>
                  <a:cubicBezTo>
                    <a:pt x="2189" y="882"/>
                    <a:pt x="1308" y="1"/>
                    <a:pt x="24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93"/>
            <p:cNvSpPr/>
            <p:nvPr/>
          </p:nvSpPr>
          <p:spPr>
            <a:xfrm rot="1799956">
              <a:off x="6549921" y="2292252"/>
              <a:ext cx="120950" cy="136966"/>
            </a:xfrm>
            <a:custGeom>
              <a:avLst/>
              <a:gdLst/>
              <a:ahLst/>
              <a:cxnLst/>
              <a:rect l="l" t="t" r="r" b="b"/>
              <a:pathLst>
                <a:path w="3436" h="3891" extrusionOk="0">
                  <a:moveTo>
                    <a:pt x="1703" y="0"/>
                  </a:moveTo>
                  <a:cubicBezTo>
                    <a:pt x="761" y="0"/>
                    <a:pt x="1" y="882"/>
                    <a:pt x="1" y="1945"/>
                  </a:cubicBezTo>
                  <a:cubicBezTo>
                    <a:pt x="1" y="3009"/>
                    <a:pt x="761" y="3891"/>
                    <a:pt x="1703" y="3891"/>
                  </a:cubicBezTo>
                  <a:cubicBezTo>
                    <a:pt x="2676" y="3891"/>
                    <a:pt x="3436" y="3009"/>
                    <a:pt x="3436" y="1945"/>
                  </a:cubicBezTo>
                  <a:cubicBezTo>
                    <a:pt x="3436" y="882"/>
                    <a:pt x="2676" y="0"/>
                    <a:pt x="170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93"/>
            <p:cNvSpPr/>
            <p:nvPr/>
          </p:nvSpPr>
          <p:spPr>
            <a:xfrm rot="1799956">
              <a:off x="6442560" y="2687541"/>
              <a:ext cx="78146" cy="139114"/>
            </a:xfrm>
            <a:custGeom>
              <a:avLst/>
              <a:gdLst/>
              <a:ahLst/>
              <a:cxnLst/>
              <a:rect l="l" t="t" r="r" b="b"/>
              <a:pathLst>
                <a:path w="2220" h="3952" extrusionOk="0">
                  <a:moveTo>
                    <a:pt x="244" y="0"/>
                  </a:moveTo>
                  <a:cubicBezTo>
                    <a:pt x="183" y="0"/>
                    <a:pt x="92" y="31"/>
                    <a:pt x="1" y="31"/>
                  </a:cubicBezTo>
                  <a:cubicBezTo>
                    <a:pt x="974" y="152"/>
                    <a:pt x="1734" y="973"/>
                    <a:pt x="1734" y="1976"/>
                  </a:cubicBezTo>
                  <a:cubicBezTo>
                    <a:pt x="1734" y="2979"/>
                    <a:pt x="974" y="3800"/>
                    <a:pt x="1" y="3921"/>
                  </a:cubicBezTo>
                  <a:cubicBezTo>
                    <a:pt x="92" y="3921"/>
                    <a:pt x="183" y="3952"/>
                    <a:pt x="244" y="3952"/>
                  </a:cubicBezTo>
                  <a:cubicBezTo>
                    <a:pt x="1338" y="3952"/>
                    <a:pt x="2220" y="3070"/>
                    <a:pt x="2220" y="1976"/>
                  </a:cubicBezTo>
                  <a:cubicBezTo>
                    <a:pt x="2220" y="882"/>
                    <a:pt x="1338" y="0"/>
                    <a:pt x="24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93"/>
            <p:cNvSpPr/>
            <p:nvPr/>
          </p:nvSpPr>
          <p:spPr>
            <a:xfrm rot="1799956">
              <a:off x="6387808" y="2669343"/>
              <a:ext cx="120950" cy="137001"/>
            </a:xfrm>
            <a:custGeom>
              <a:avLst/>
              <a:gdLst/>
              <a:ahLst/>
              <a:cxnLst/>
              <a:rect l="l" t="t" r="r" b="b"/>
              <a:pathLst>
                <a:path w="3436" h="3892" extrusionOk="0">
                  <a:moveTo>
                    <a:pt x="1703" y="1"/>
                  </a:moveTo>
                  <a:cubicBezTo>
                    <a:pt x="761" y="1"/>
                    <a:pt x="1" y="882"/>
                    <a:pt x="1" y="1946"/>
                  </a:cubicBezTo>
                  <a:cubicBezTo>
                    <a:pt x="1" y="3010"/>
                    <a:pt x="761" y="3891"/>
                    <a:pt x="1703" y="3891"/>
                  </a:cubicBezTo>
                  <a:cubicBezTo>
                    <a:pt x="2676" y="3891"/>
                    <a:pt x="3436" y="3010"/>
                    <a:pt x="3436" y="1946"/>
                  </a:cubicBezTo>
                  <a:cubicBezTo>
                    <a:pt x="3436" y="882"/>
                    <a:pt x="2676" y="1"/>
                    <a:pt x="170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93"/>
            <p:cNvSpPr/>
            <p:nvPr/>
          </p:nvSpPr>
          <p:spPr>
            <a:xfrm rot="1799956">
              <a:off x="6923881" y="2314455"/>
              <a:ext cx="122006" cy="137001"/>
            </a:xfrm>
            <a:custGeom>
              <a:avLst/>
              <a:gdLst/>
              <a:ahLst/>
              <a:cxnLst/>
              <a:rect l="l" t="t" r="r" b="b"/>
              <a:pathLst>
                <a:path w="3466" h="3892" extrusionOk="0">
                  <a:moveTo>
                    <a:pt x="1733" y="1"/>
                  </a:moveTo>
                  <a:cubicBezTo>
                    <a:pt x="791" y="1"/>
                    <a:pt x="1" y="882"/>
                    <a:pt x="1" y="1946"/>
                  </a:cubicBezTo>
                  <a:cubicBezTo>
                    <a:pt x="1" y="3040"/>
                    <a:pt x="791" y="3892"/>
                    <a:pt x="1733" y="3892"/>
                  </a:cubicBezTo>
                  <a:cubicBezTo>
                    <a:pt x="2676" y="3892"/>
                    <a:pt x="3466" y="3040"/>
                    <a:pt x="3466" y="1946"/>
                  </a:cubicBezTo>
                  <a:cubicBezTo>
                    <a:pt x="3466" y="882"/>
                    <a:pt x="26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93"/>
            <p:cNvSpPr/>
            <p:nvPr/>
          </p:nvSpPr>
          <p:spPr>
            <a:xfrm rot="1799956">
              <a:off x="5913516" y="2179727"/>
              <a:ext cx="83496" cy="138550"/>
            </a:xfrm>
            <a:custGeom>
              <a:avLst/>
              <a:gdLst/>
              <a:ahLst/>
              <a:cxnLst/>
              <a:rect l="l" t="t" r="r" b="b"/>
              <a:pathLst>
                <a:path w="2372" h="3936" extrusionOk="0">
                  <a:moveTo>
                    <a:pt x="301" y="0"/>
                  </a:moveTo>
                  <a:cubicBezTo>
                    <a:pt x="282" y="0"/>
                    <a:pt x="263" y="1"/>
                    <a:pt x="244" y="1"/>
                  </a:cubicBezTo>
                  <a:cubicBezTo>
                    <a:pt x="152" y="31"/>
                    <a:pt x="61" y="31"/>
                    <a:pt x="0" y="62"/>
                  </a:cubicBezTo>
                  <a:cubicBezTo>
                    <a:pt x="973" y="123"/>
                    <a:pt x="1763" y="883"/>
                    <a:pt x="1824" y="1886"/>
                  </a:cubicBezTo>
                  <a:cubicBezTo>
                    <a:pt x="1855" y="2889"/>
                    <a:pt x="1155" y="3740"/>
                    <a:pt x="213" y="3922"/>
                  </a:cubicBezTo>
                  <a:cubicBezTo>
                    <a:pt x="254" y="3922"/>
                    <a:pt x="308" y="3936"/>
                    <a:pt x="366" y="3936"/>
                  </a:cubicBezTo>
                  <a:cubicBezTo>
                    <a:pt x="396" y="3936"/>
                    <a:pt x="426" y="3932"/>
                    <a:pt x="456" y="3922"/>
                  </a:cubicBezTo>
                  <a:cubicBezTo>
                    <a:pt x="1520" y="3892"/>
                    <a:pt x="2371" y="2949"/>
                    <a:pt x="2310" y="1855"/>
                  </a:cubicBezTo>
                  <a:cubicBezTo>
                    <a:pt x="2251" y="810"/>
                    <a:pt x="1341" y="0"/>
                    <a:pt x="30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93"/>
            <p:cNvSpPr/>
            <p:nvPr/>
          </p:nvSpPr>
          <p:spPr>
            <a:xfrm rot="1799956">
              <a:off x="5858415" y="2162128"/>
              <a:ext cx="125209" cy="136157"/>
            </a:xfrm>
            <a:custGeom>
              <a:avLst/>
              <a:gdLst/>
              <a:ahLst/>
              <a:cxnLst/>
              <a:rect l="l" t="t" r="r" b="b"/>
              <a:pathLst>
                <a:path w="3557" h="3868" extrusionOk="0">
                  <a:moveTo>
                    <a:pt x="1770" y="1"/>
                  </a:moveTo>
                  <a:cubicBezTo>
                    <a:pt x="1738" y="1"/>
                    <a:pt x="1705" y="2"/>
                    <a:pt x="1672" y="4"/>
                  </a:cubicBezTo>
                  <a:cubicBezTo>
                    <a:pt x="730" y="34"/>
                    <a:pt x="0" y="946"/>
                    <a:pt x="61" y="2040"/>
                  </a:cubicBezTo>
                  <a:cubicBezTo>
                    <a:pt x="120" y="3067"/>
                    <a:pt x="886" y="3867"/>
                    <a:pt x="1787" y="3867"/>
                  </a:cubicBezTo>
                  <a:cubicBezTo>
                    <a:pt x="1819" y="3867"/>
                    <a:pt x="1852" y="3866"/>
                    <a:pt x="1885" y="3864"/>
                  </a:cubicBezTo>
                  <a:cubicBezTo>
                    <a:pt x="2827" y="3834"/>
                    <a:pt x="3557" y="2922"/>
                    <a:pt x="3496" y="1828"/>
                  </a:cubicBezTo>
                  <a:cubicBezTo>
                    <a:pt x="3437" y="801"/>
                    <a:pt x="2671" y="1"/>
                    <a:pt x="177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93"/>
            <p:cNvSpPr/>
            <p:nvPr/>
          </p:nvSpPr>
          <p:spPr>
            <a:xfrm rot="1799956">
              <a:off x="6026175" y="2006187"/>
              <a:ext cx="83496" cy="138163"/>
            </a:xfrm>
            <a:custGeom>
              <a:avLst/>
              <a:gdLst/>
              <a:ahLst/>
              <a:cxnLst/>
              <a:rect l="l" t="t" r="r" b="b"/>
              <a:pathLst>
                <a:path w="2372" h="3925" extrusionOk="0">
                  <a:moveTo>
                    <a:pt x="357" y="1"/>
                  </a:moveTo>
                  <a:cubicBezTo>
                    <a:pt x="320" y="1"/>
                    <a:pt x="282" y="2"/>
                    <a:pt x="244" y="4"/>
                  </a:cubicBezTo>
                  <a:cubicBezTo>
                    <a:pt x="152" y="4"/>
                    <a:pt x="92" y="34"/>
                    <a:pt x="0" y="34"/>
                  </a:cubicBezTo>
                  <a:cubicBezTo>
                    <a:pt x="973" y="95"/>
                    <a:pt x="1763" y="885"/>
                    <a:pt x="1824" y="1888"/>
                  </a:cubicBezTo>
                  <a:cubicBezTo>
                    <a:pt x="1885" y="2861"/>
                    <a:pt x="1186" y="3742"/>
                    <a:pt x="213" y="3894"/>
                  </a:cubicBezTo>
                  <a:cubicBezTo>
                    <a:pt x="304" y="3925"/>
                    <a:pt x="365" y="3925"/>
                    <a:pt x="456" y="3925"/>
                  </a:cubicBezTo>
                  <a:cubicBezTo>
                    <a:pt x="1551" y="3864"/>
                    <a:pt x="2371" y="2922"/>
                    <a:pt x="2310" y="1858"/>
                  </a:cubicBezTo>
                  <a:cubicBezTo>
                    <a:pt x="2252" y="802"/>
                    <a:pt x="1400" y="1"/>
                    <a:pt x="35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93"/>
            <p:cNvSpPr/>
            <p:nvPr/>
          </p:nvSpPr>
          <p:spPr>
            <a:xfrm rot="1799956">
              <a:off x="5972129" y="1988203"/>
              <a:ext cx="125209" cy="137107"/>
            </a:xfrm>
            <a:custGeom>
              <a:avLst/>
              <a:gdLst/>
              <a:ahLst/>
              <a:cxnLst/>
              <a:rect l="l" t="t" r="r" b="b"/>
              <a:pathLst>
                <a:path w="3557" h="3895" extrusionOk="0">
                  <a:moveTo>
                    <a:pt x="1767" y="0"/>
                  </a:moveTo>
                  <a:cubicBezTo>
                    <a:pt x="1736" y="0"/>
                    <a:pt x="1704" y="1"/>
                    <a:pt x="1672" y="3"/>
                  </a:cubicBezTo>
                  <a:cubicBezTo>
                    <a:pt x="700" y="64"/>
                    <a:pt x="1" y="976"/>
                    <a:pt x="61" y="2040"/>
                  </a:cubicBezTo>
                  <a:cubicBezTo>
                    <a:pt x="121" y="3084"/>
                    <a:pt x="884" y="3895"/>
                    <a:pt x="1833" y="3895"/>
                  </a:cubicBezTo>
                  <a:cubicBezTo>
                    <a:pt x="1850" y="3895"/>
                    <a:pt x="1868" y="3894"/>
                    <a:pt x="1885" y="3894"/>
                  </a:cubicBezTo>
                  <a:cubicBezTo>
                    <a:pt x="2827" y="3833"/>
                    <a:pt x="3557" y="2921"/>
                    <a:pt x="3496" y="1857"/>
                  </a:cubicBezTo>
                  <a:cubicBezTo>
                    <a:pt x="3437" y="829"/>
                    <a:pt x="2669" y="0"/>
                    <a:pt x="176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93"/>
            <p:cNvSpPr/>
            <p:nvPr/>
          </p:nvSpPr>
          <p:spPr>
            <a:xfrm rot="1799956">
              <a:off x="6133528" y="1828513"/>
              <a:ext cx="83496" cy="138656"/>
            </a:xfrm>
            <a:custGeom>
              <a:avLst/>
              <a:gdLst/>
              <a:ahLst/>
              <a:cxnLst/>
              <a:rect l="l" t="t" r="r" b="b"/>
              <a:pathLst>
                <a:path w="2372" h="3939" extrusionOk="0">
                  <a:moveTo>
                    <a:pt x="354" y="1"/>
                  </a:moveTo>
                  <a:cubicBezTo>
                    <a:pt x="318" y="1"/>
                    <a:pt x="281" y="2"/>
                    <a:pt x="244" y="4"/>
                  </a:cubicBezTo>
                  <a:cubicBezTo>
                    <a:pt x="153" y="4"/>
                    <a:pt x="92" y="34"/>
                    <a:pt x="1" y="65"/>
                  </a:cubicBezTo>
                  <a:cubicBezTo>
                    <a:pt x="974" y="126"/>
                    <a:pt x="1764" y="885"/>
                    <a:pt x="1825" y="1889"/>
                  </a:cubicBezTo>
                  <a:cubicBezTo>
                    <a:pt x="1885" y="2892"/>
                    <a:pt x="1186" y="3743"/>
                    <a:pt x="214" y="3925"/>
                  </a:cubicBezTo>
                  <a:cubicBezTo>
                    <a:pt x="275" y="3925"/>
                    <a:pt x="335" y="3939"/>
                    <a:pt x="387" y="3939"/>
                  </a:cubicBezTo>
                  <a:cubicBezTo>
                    <a:pt x="413" y="3939"/>
                    <a:pt x="437" y="3935"/>
                    <a:pt x="457" y="3925"/>
                  </a:cubicBezTo>
                  <a:cubicBezTo>
                    <a:pt x="1551" y="3864"/>
                    <a:pt x="2372" y="2952"/>
                    <a:pt x="2311" y="1858"/>
                  </a:cubicBezTo>
                  <a:cubicBezTo>
                    <a:pt x="2252" y="830"/>
                    <a:pt x="1399" y="1"/>
                    <a:pt x="35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93"/>
            <p:cNvSpPr/>
            <p:nvPr/>
          </p:nvSpPr>
          <p:spPr>
            <a:xfrm rot="1799956">
              <a:off x="6079344" y="1811559"/>
              <a:ext cx="125209" cy="136157"/>
            </a:xfrm>
            <a:custGeom>
              <a:avLst/>
              <a:gdLst/>
              <a:ahLst/>
              <a:cxnLst/>
              <a:rect l="l" t="t" r="r" b="b"/>
              <a:pathLst>
                <a:path w="3557" h="3868" extrusionOk="0">
                  <a:moveTo>
                    <a:pt x="1770" y="1"/>
                  </a:moveTo>
                  <a:cubicBezTo>
                    <a:pt x="1738" y="1"/>
                    <a:pt x="1705" y="2"/>
                    <a:pt x="1672" y="4"/>
                  </a:cubicBezTo>
                  <a:cubicBezTo>
                    <a:pt x="730" y="34"/>
                    <a:pt x="0" y="946"/>
                    <a:pt x="61" y="2040"/>
                  </a:cubicBezTo>
                  <a:cubicBezTo>
                    <a:pt x="120" y="3067"/>
                    <a:pt x="886" y="3867"/>
                    <a:pt x="1786" y="3867"/>
                  </a:cubicBezTo>
                  <a:cubicBezTo>
                    <a:pt x="1819" y="3867"/>
                    <a:pt x="1852" y="3866"/>
                    <a:pt x="1885" y="3864"/>
                  </a:cubicBezTo>
                  <a:cubicBezTo>
                    <a:pt x="2827" y="3834"/>
                    <a:pt x="3556" y="2922"/>
                    <a:pt x="3496" y="1828"/>
                  </a:cubicBezTo>
                  <a:cubicBezTo>
                    <a:pt x="3437" y="801"/>
                    <a:pt x="2671" y="1"/>
                    <a:pt x="177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93"/>
            <p:cNvSpPr/>
            <p:nvPr/>
          </p:nvSpPr>
          <p:spPr>
            <a:xfrm rot="1799956">
              <a:off x="6105082" y="2510591"/>
              <a:ext cx="80258" cy="139149"/>
            </a:xfrm>
            <a:custGeom>
              <a:avLst/>
              <a:gdLst/>
              <a:ahLst/>
              <a:cxnLst/>
              <a:rect l="l" t="t" r="r" b="b"/>
              <a:pathLst>
                <a:path w="2280" h="3953" extrusionOk="0">
                  <a:moveTo>
                    <a:pt x="300" y="0"/>
                  </a:moveTo>
                  <a:cubicBezTo>
                    <a:pt x="281" y="0"/>
                    <a:pt x="262" y="0"/>
                    <a:pt x="243" y="1"/>
                  </a:cubicBezTo>
                  <a:cubicBezTo>
                    <a:pt x="152" y="1"/>
                    <a:pt x="91" y="31"/>
                    <a:pt x="0" y="31"/>
                  </a:cubicBezTo>
                  <a:cubicBezTo>
                    <a:pt x="973" y="122"/>
                    <a:pt x="1733" y="943"/>
                    <a:pt x="1763" y="1916"/>
                  </a:cubicBezTo>
                  <a:cubicBezTo>
                    <a:pt x="1793" y="2919"/>
                    <a:pt x="1064" y="3770"/>
                    <a:pt x="91" y="3922"/>
                  </a:cubicBezTo>
                  <a:cubicBezTo>
                    <a:pt x="182" y="3922"/>
                    <a:pt x="274" y="3952"/>
                    <a:pt x="365" y="3952"/>
                  </a:cubicBezTo>
                  <a:cubicBezTo>
                    <a:pt x="1429" y="3922"/>
                    <a:pt x="2280" y="3010"/>
                    <a:pt x="2249" y="1916"/>
                  </a:cubicBezTo>
                  <a:cubicBezTo>
                    <a:pt x="2220" y="841"/>
                    <a:pt x="1368" y="0"/>
                    <a:pt x="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93"/>
            <p:cNvSpPr/>
            <p:nvPr/>
          </p:nvSpPr>
          <p:spPr>
            <a:xfrm rot="1799956">
              <a:off x="6050226" y="2492648"/>
              <a:ext cx="124153" cy="137037"/>
            </a:xfrm>
            <a:custGeom>
              <a:avLst/>
              <a:gdLst/>
              <a:ahLst/>
              <a:cxnLst/>
              <a:rect l="l" t="t" r="r" b="b"/>
              <a:pathLst>
                <a:path w="3527" h="3893" extrusionOk="0">
                  <a:moveTo>
                    <a:pt x="1752" y="0"/>
                  </a:moveTo>
                  <a:cubicBezTo>
                    <a:pt x="1736" y="0"/>
                    <a:pt x="1719" y="1"/>
                    <a:pt x="1703" y="1"/>
                  </a:cubicBezTo>
                  <a:cubicBezTo>
                    <a:pt x="761" y="32"/>
                    <a:pt x="1" y="913"/>
                    <a:pt x="31" y="2007"/>
                  </a:cubicBezTo>
                  <a:cubicBezTo>
                    <a:pt x="61" y="3053"/>
                    <a:pt x="854" y="3893"/>
                    <a:pt x="1776" y="3893"/>
                  </a:cubicBezTo>
                  <a:cubicBezTo>
                    <a:pt x="1792" y="3893"/>
                    <a:pt x="1808" y="3892"/>
                    <a:pt x="1825" y="3892"/>
                  </a:cubicBezTo>
                  <a:cubicBezTo>
                    <a:pt x="2767" y="3862"/>
                    <a:pt x="3527" y="2980"/>
                    <a:pt x="3496" y="1886"/>
                  </a:cubicBezTo>
                  <a:cubicBezTo>
                    <a:pt x="3467" y="840"/>
                    <a:pt x="2674" y="0"/>
                    <a:pt x="175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93"/>
            <p:cNvSpPr/>
            <p:nvPr/>
          </p:nvSpPr>
          <p:spPr>
            <a:xfrm rot="1799956">
              <a:off x="6222434" y="2340105"/>
              <a:ext cx="81349" cy="138093"/>
            </a:xfrm>
            <a:custGeom>
              <a:avLst/>
              <a:gdLst/>
              <a:ahLst/>
              <a:cxnLst/>
              <a:rect l="l" t="t" r="r" b="b"/>
              <a:pathLst>
                <a:path w="2311" h="3923" extrusionOk="0">
                  <a:moveTo>
                    <a:pt x="300" y="1"/>
                  </a:moveTo>
                  <a:cubicBezTo>
                    <a:pt x="281" y="1"/>
                    <a:pt x="262" y="1"/>
                    <a:pt x="243" y="2"/>
                  </a:cubicBezTo>
                  <a:cubicBezTo>
                    <a:pt x="152" y="2"/>
                    <a:pt x="91" y="32"/>
                    <a:pt x="0" y="32"/>
                  </a:cubicBezTo>
                  <a:cubicBezTo>
                    <a:pt x="973" y="123"/>
                    <a:pt x="1763" y="913"/>
                    <a:pt x="1793" y="1916"/>
                  </a:cubicBezTo>
                  <a:cubicBezTo>
                    <a:pt x="1824" y="2920"/>
                    <a:pt x="1094" y="3771"/>
                    <a:pt x="122" y="3923"/>
                  </a:cubicBezTo>
                  <a:lnTo>
                    <a:pt x="365" y="3923"/>
                  </a:lnTo>
                  <a:cubicBezTo>
                    <a:pt x="1459" y="3892"/>
                    <a:pt x="2310" y="2980"/>
                    <a:pt x="2280" y="1916"/>
                  </a:cubicBezTo>
                  <a:cubicBezTo>
                    <a:pt x="2250" y="841"/>
                    <a:pt x="1369" y="1"/>
                    <a:pt x="30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93"/>
            <p:cNvSpPr/>
            <p:nvPr/>
          </p:nvSpPr>
          <p:spPr>
            <a:xfrm rot="1799956">
              <a:off x="6168660" y="2322194"/>
              <a:ext cx="123062" cy="135945"/>
            </a:xfrm>
            <a:custGeom>
              <a:avLst/>
              <a:gdLst/>
              <a:ahLst/>
              <a:cxnLst/>
              <a:rect l="l" t="t" r="r" b="b"/>
              <a:pathLst>
                <a:path w="3496" h="3862" extrusionOk="0">
                  <a:moveTo>
                    <a:pt x="1723" y="0"/>
                  </a:moveTo>
                  <a:cubicBezTo>
                    <a:pt x="1706" y="0"/>
                    <a:pt x="1689" y="0"/>
                    <a:pt x="1672" y="1"/>
                  </a:cubicBezTo>
                  <a:cubicBezTo>
                    <a:pt x="730" y="31"/>
                    <a:pt x="0" y="913"/>
                    <a:pt x="31" y="1977"/>
                  </a:cubicBezTo>
                  <a:cubicBezTo>
                    <a:pt x="61" y="3022"/>
                    <a:pt x="824" y="3862"/>
                    <a:pt x="1745" y="3862"/>
                  </a:cubicBezTo>
                  <a:cubicBezTo>
                    <a:pt x="1761" y="3862"/>
                    <a:pt x="1777" y="3862"/>
                    <a:pt x="1794" y="3861"/>
                  </a:cubicBezTo>
                  <a:cubicBezTo>
                    <a:pt x="2736" y="3831"/>
                    <a:pt x="3496" y="2949"/>
                    <a:pt x="3465" y="1885"/>
                  </a:cubicBezTo>
                  <a:cubicBezTo>
                    <a:pt x="3436" y="840"/>
                    <a:pt x="2672" y="0"/>
                    <a:pt x="172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93"/>
            <p:cNvSpPr/>
            <p:nvPr/>
          </p:nvSpPr>
          <p:spPr>
            <a:xfrm rot="1799956">
              <a:off x="6333998" y="2166084"/>
              <a:ext cx="81349" cy="138093"/>
            </a:xfrm>
            <a:custGeom>
              <a:avLst/>
              <a:gdLst/>
              <a:ahLst/>
              <a:cxnLst/>
              <a:rect l="l" t="t" r="r" b="b"/>
              <a:pathLst>
                <a:path w="2311" h="3923" extrusionOk="0">
                  <a:moveTo>
                    <a:pt x="301" y="0"/>
                  </a:moveTo>
                  <a:cubicBezTo>
                    <a:pt x="282" y="0"/>
                    <a:pt x="263" y="1"/>
                    <a:pt x="244" y="1"/>
                  </a:cubicBezTo>
                  <a:cubicBezTo>
                    <a:pt x="183" y="1"/>
                    <a:pt x="92" y="1"/>
                    <a:pt x="1" y="32"/>
                  </a:cubicBezTo>
                  <a:cubicBezTo>
                    <a:pt x="973" y="123"/>
                    <a:pt x="1764" y="913"/>
                    <a:pt x="1794" y="1916"/>
                  </a:cubicBezTo>
                  <a:cubicBezTo>
                    <a:pt x="1824" y="2919"/>
                    <a:pt x="1095" y="3740"/>
                    <a:pt x="122" y="3892"/>
                  </a:cubicBezTo>
                  <a:cubicBezTo>
                    <a:pt x="213" y="3922"/>
                    <a:pt x="274" y="3922"/>
                    <a:pt x="365" y="3922"/>
                  </a:cubicBezTo>
                  <a:cubicBezTo>
                    <a:pt x="1460" y="3892"/>
                    <a:pt x="2311" y="2980"/>
                    <a:pt x="2280" y="1916"/>
                  </a:cubicBezTo>
                  <a:cubicBezTo>
                    <a:pt x="2250" y="841"/>
                    <a:pt x="1369" y="0"/>
                    <a:pt x="30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93"/>
            <p:cNvSpPr/>
            <p:nvPr/>
          </p:nvSpPr>
          <p:spPr>
            <a:xfrm rot="1799956">
              <a:off x="6280230" y="2148150"/>
              <a:ext cx="123097" cy="135981"/>
            </a:xfrm>
            <a:custGeom>
              <a:avLst/>
              <a:gdLst/>
              <a:ahLst/>
              <a:cxnLst/>
              <a:rect l="l" t="t" r="r" b="b"/>
              <a:pathLst>
                <a:path w="3497" h="3863" extrusionOk="0">
                  <a:moveTo>
                    <a:pt x="1754" y="1"/>
                  </a:moveTo>
                  <a:cubicBezTo>
                    <a:pt x="1737" y="1"/>
                    <a:pt x="1720" y="1"/>
                    <a:pt x="1703" y="2"/>
                  </a:cubicBezTo>
                  <a:cubicBezTo>
                    <a:pt x="730" y="2"/>
                    <a:pt x="1" y="913"/>
                    <a:pt x="31" y="1977"/>
                  </a:cubicBezTo>
                  <a:cubicBezTo>
                    <a:pt x="61" y="3023"/>
                    <a:pt x="825" y="3863"/>
                    <a:pt x="1745" y="3863"/>
                  </a:cubicBezTo>
                  <a:cubicBezTo>
                    <a:pt x="1762" y="3863"/>
                    <a:pt x="1778" y="3862"/>
                    <a:pt x="1794" y="3862"/>
                  </a:cubicBezTo>
                  <a:cubicBezTo>
                    <a:pt x="2767" y="3831"/>
                    <a:pt x="3496" y="2950"/>
                    <a:pt x="3466" y="1886"/>
                  </a:cubicBezTo>
                  <a:cubicBezTo>
                    <a:pt x="3436" y="812"/>
                    <a:pt x="2673" y="1"/>
                    <a:pt x="175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93"/>
            <p:cNvSpPr/>
            <p:nvPr/>
          </p:nvSpPr>
          <p:spPr>
            <a:xfrm rot="1799956">
              <a:off x="7043305" y="2079862"/>
              <a:ext cx="93106" cy="137705"/>
            </a:xfrm>
            <a:custGeom>
              <a:avLst/>
              <a:gdLst/>
              <a:ahLst/>
              <a:cxnLst/>
              <a:rect l="l" t="t" r="r" b="b"/>
              <a:pathLst>
                <a:path w="2645" h="3912" extrusionOk="0">
                  <a:moveTo>
                    <a:pt x="578" y="0"/>
                  </a:moveTo>
                  <a:cubicBezTo>
                    <a:pt x="1520" y="244"/>
                    <a:pt x="2128" y="1186"/>
                    <a:pt x="2007" y="2158"/>
                  </a:cubicBezTo>
                  <a:cubicBezTo>
                    <a:pt x="1858" y="3140"/>
                    <a:pt x="1010" y="3831"/>
                    <a:pt x="62" y="3831"/>
                  </a:cubicBezTo>
                  <a:cubicBezTo>
                    <a:pt x="41" y="3831"/>
                    <a:pt x="21" y="3831"/>
                    <a:pt x="0" y="3830"/>
                  </a:cubicBezTo>
                  <a:lnTo>
                    <a:pt x="0" y="3830"/>
                  </a:lnTo>
                  <a:cubicBezTo>
                    <a:pt x="92" y="3861"/>
                    <a:pt x="152" y="3891"/>
                    <a:pt x="244" y="3891"/>
                  </a:cubicBezTo>
                  <a:cubicBezTo>
                    <a:pt x="341" y="3904"/>
                    <a:pt x="437" y="3911"/>
                    <a:pt x="531" y="3911"/>
                  </a:cubicBezTo>
                  <a:cubicBezTo>
                    <a:pt x="1504" y="3911"/>
                    <a:pt x="2327" y="3219"/>
                    <a:pt x="2493" y="2250"/>
                  </a:cubicBezTo>
                  <a:cubicBezTo>
                    <a:pt x="2645" y="1155"/>
                    <a:pt x="1885" y="152"/>
                    <a:pt x="82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93"/>
            <p:cNvSpPr/>
            <p:nvPr/>
          </p:nvSpPr>
          <p:spPr>
            <a:xfrm rot="1799956">
              <a:off x="6993310" y="2060930"/>
              <a:ext cx="130595" cy="136192"/>
            </a:xfrm>
            <a:custGeom>
              <a:avLst/>
              <a:gdLst/>
              <a:ahLst/>
              <a:cxnLst/>
              <a:rect l="l" t="t" r="r" b="b"/>
              <a:pathLst>
                <a:path w="3710" h="3869" extrusionOk="0">
                  <a:moveTo>
                    <a:pt x="1918" y="0"/>
                  </a:moveTo>
                  <a:cubicBezTo>
                    <a:pt x="1066" y="0"/>
                    <a:pt x="292" y="719"/>
                    <a:pt x="153" y="1691"/>
                  </a:cubicBezTo>
                  <a:cubicBezTo>
                    <a:pt x="1" y="2755"/>
                    <a:pt x="639" y="3728"/>
                    <a:pt x="1581" y="3849"/>
                  </a:cubicBezTo>
                  <a:cubicBezTo>
                    <a:pt x="1662" y="3862"/>
                    <a:pt x="1743" y="3869"/>
                    <a:pt x="1822" y="3869"/>
                  </a:cubicBezTo>
                  <a:cubicBezTo>
                    <a:pt x="2670" y="3869"/>
                    <a:pt x="3418" y="3150"/>
                    <a:pt x="3557" y="2177"/>
                  </a:cubicBezTo>
                  <a:cubicBezTo>
                    <a:pt x="3709" y="1114"/>
                    <a:pt x="3101" y="141"/>
                    <a:pt x="2159" y="19"/>
                  </a:cubicBezTo>
                  <a:cubicBezTo>
                    <a:pt x="2078" y="6"/>
                    <a:pt x="1998" y="0"/>
                    <a:pt x="191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93"/>
            <p:cNvSpPr/>
            <p:nvPr/>
          </p:nvSpPr>
          <p:spPr>
            <a:xfrm rot="1799956">
              <a:off x="6578787" y="2060069"/>
              <a:ext cx="93106" cy="138761"/>
            </a:xfrm>
            <a:custGeom>
              <a:avLst/>
              <a:gdLst/>
              <a:ahLst/>
              <a:cxnLst/>
              <a:rect l="l" t="t" r="r" b="b"/>
              <a:pathLst>
                <a:path w="2645" h="3942" extrusionOk="0">
                  <a:moveTo>
                    <a:pt x="578" y="1"/>
                  </a:moveTo>
                  <a:cubicBezTo>
                    <a:pt x="1520" y="274"/>
                    <a:pt x="2128" y="1186"/>
                    <a:pt x="2006" y="2189"/>
                  </a:cubicBezTo>
                  <a:cubicBezTo>
                    <a:pt x="1854" y="3162"/>
                    <a:pt x="973" y="3861"/>
                    <a:pt x="0" y="3861"/>
                  </a:cubicBezTo>
                  <a:cubicBezTo>
                    <a:pt x="91" y="3861"/>
                    <a:pt x="152" y="3892"/>
                    <a:pt x="243" y="3922"/>
                  </a:cubicBezTo>
                  <a:cubicBezTo>
                    <a:pt x="337" y="3935"/>
                    <a:pt x="430" y="3941"/>
                    <a:pt x="522" y="3941"/>
                  </a:cubicBezTo>
                  <a:cubicBezTo>
                    <a:pt x="1499" y="3941"/>
                    <a:pt x="2326" y="3223"/>
                    <a:pt x="2493" y="2250"/>
                  </a:cubicBezTo>
                  <a:cubicBezTo>
                    <a:pt x="2645" y="1186"/>
                    <a:pt x="1885" y="183"/>
                    <a:pt x="821" y="31"/>
                  </a:cubicBezTo>
                  <a:cubicBezTo>
                    <a:pt x="730" y="1"/>
                    <a:pt x="669" y="1"/>
                    <a:pt x="57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93"/>
            <p:cNvSpPr/>
            <p:nvPr/>
          </p:nvSpPr>
          <p:spPr>
            <a:xfrm rot="1799956">
              <a:off x="6528794" y="2041340"/>
              <a:ext cx="130560" cy="136825"/>
            </a:xfrm>
            <a:custGeom>
              <a:avLst/>
              <a:gdLst/>
              <a:ahLst/>
              <a:cxnLst/>
              <a:rect l="l" t="t" r="r" b="b"/>
              <a:pathLst>
                <a:path w="3709" h="3887" extrusionOk="0">
                  <a:moveTo>
                    <a:pt x="1953" y="1"/>
                  </a:moveTo>
                  <a:cubicBezTo>
                    <a:pt x="1087" y="1"/>
                    <a:pt x="293" y="700"/>
                    <a:pt x="153" y="1686"/>
                  </a:cubicBezTo>
                  <a:cubicBezTo>
                    <a:pt x="1" y="2749"/>
                    <a:pt x="639" y="3722"/>
                    <a:pt x="1581" y="3874"/>
                  </a:cubicBezTo>
                  <a:cubicBezTo>
                    <a:pt x="1648" y="3883"/>
                    <a:pt x="1714" y="3887"/>
                    <a:pt x="1780" y="3887"/>
                  </a:cubicBezTo>
                  <a:cubicBezTo>
                    <a:pt x="2644" y="3887"/>
                    <a:pt x="3416" y="3163"/>
                    <a:pt x="3557" y="2202"/>
                  </a:cubicBezTo>
                  <a:cubicBezTo>
                    <a:pt x="3709" y="1139"/>
                    <a:pt x="3101" y="166"/>
                    <a:pt x="2159" y="14"/>
                  </a:cubicBezTo>
                  <a:cubicBezTo>
                    <a:pt x="2090" y="5"/>
                    <a:pt x="2021" y="1"/>
                    <a:pt x="195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93"/>
            <p:cNvSpPr/>
            <p:nvPr/>
          </p:nvSpPr>
          <p:spPr>
            <a:xfrm rot="1799956">
              <a:off x="6345570" y="1648704"/>
              <a:ext cx="93106" cy="138726"/>
            </a:xfrm>
            <a:custGeom>
              <a:avLst/>
              <a:gdLst/>
              <a:ahLst/>
              <a:cxnLst/>
              <a:rect l="l" t="t" r="r" b="b"/>
              <a:pathLst>
                <a:path w="2645" h="3941" extrusionOk="0">
                  <a:moveTo>
                    <a:pt x="578" y="0"/>
                  </a:moveTo>
                  <a:cubicBezTo>
                    <a:pt x="1520" y="274"/>
                    <a:pt x="2128" y="1186"/>
                    <a:pt x="2007" y="2189"/>
                  </a:cubicBezTo>
                  <a:cubicBezTo>
                    <a:pt x="1855" y="3161"/>
                    <a:pt x="1003" y="3861"/>
                    <a:pt x="0" y="3861"/>
                  </a:cubicBezTo>
                  <a:cubicBezTo>
                    <a:pt x="92" y="3861"/>
                    <a:pt x="183" y="3891"/>
                    <a:pt x="244" y="3921"/>
                  </a:cubicBezTo>
                  <a:cubicBezTo>
                    <a:pt x="337" y="3934"/>
                    <a:pt x="430" y="3941"/>
                    <a:pt x="522" y="3941"/>
                  </a:cubicBezTo>
                  <a:cubicBezTo>
                    <a:pt x="1499" y="3941"/>
                    <a:pt x="2326" y="3222"/>
                    <a:pt x="2493" y="2250"/>
                  </a:cubicBezTo>
                  <a:cubicBezTo>
                    <a:pt x="2645" y="1186"/>
                    <a:pt x="1885" y="183"/>
                    <a:pt x="821" y="31"/>
                  </a:cubicBezTo>
                  <a:cubicBezTo>
                    <a:pt x="730" y="0"/>
                    <a:pt x="669" y="0"/>
                    <a:pt x="57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93"/>
            <p:cNvSpPr/>
            <p:nvPr/>
          </p:nvSpPr>
          <p:spPr>
            <a:xfrm rot="1799956">
              <a:off x="6295495" y="1630245"/>
              <a:ext cx="131651" cy="136825"/>
            </a:xfrm>
            <a:custGeom>
              <a:avLst/>
              <a:gdLst/>
              <a:ahLst/>
              <a:cxnLst/>
              <a:rect l="l" t="t" r="r" b="b"/>
              <a:pathLst>
                <a:path w="3740" h="3887" extrusionOk="0">
                  <a:moveTo>
                    <a:pt x="1954" y="0"/>
                  </a:moveTo>
                  <a:cubicBezTo>
                    <a:pt x="1092" y="0"/>
                    <a:pt x="324" y="699"/>
                    <a:pt x="183" y="1685"/>
                  </a:cubicBezTo>
                  <a:cubicBezTo>
                    <a:pt x="1" y="2749"/>
                    <a:pt x="639" y="3722"/>
                    <a:pt x="1581" y="3874"/>
                  </a:cubicBezTo>
                  <a:cubicBezTo>
                    <a:pt x="1648" y="3882"/>
                    <a:pt x="1714" y="3886"/>
                    <a:pt x="1780" y="3886"/>
                  </a:cubicBezTo>
                  <a:cubicBezTo>
                    <a:pt x="2649" y="3886"/>
                    <a:pt x="3446" y="3162"/>
                    <a:pt x="3588" y="2202"/>
                  </a:cubicBezTo>
                  <a:cubicBezTo>
                    <a:pt x="3739" y="1138"/>
                    <a:pt x="3101" y="165"/>
                    <a:pt x="2159" y="13"/>
                  </a:cubicBezTo>
                  <a:cubicBezTo>
                    <a:pt x="2090" y="4"/>
                    <a:pt x="2022" y="0"/>
                    <a:pt x="195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93"/>
            <p:cNvSpPr/>
            <p:nvPr/>
          </p:nvSpPr>
          <p:spPr>
            <a:xfrm rot="1799956">
              <a:off x="6698617" y="1852529"/>
              <a:ext cx="93106" cy="138726"/>
            </a:xfrm>
            <a:custGeom>
              <a:avLst/>
              <a:gdLst/>
              <a:ahLst/>
              <a:cxnLst/>
              <a:rect l="l" t="t" r="r" b="b"/>
              <a:pathLst>
                <a:path w="2645" h="3941" extrusionOk="0">
                  <a:moveTo>
                    <a:pt x="578" y="0"/>
                  </a:moveTo>
                  <a:cubicBezTo>
                    <a:pt x="1520" y="274"/>
                    <a:pt x="2128" y="1186"/>
                    <a:pt x="2006" y="2189"/>
                  </a:cubicBezTo>
                  <a:cubicBezTo>
                    <a:pt x="1854" y="3161"/>
                    <a:pt x="973" y="3861"/>
                    <a:pt x="0" y="3861"/>
                  </a:cubicBezTo>
                  <a:cubicBezTo>
                    <a:pt x="91" y="3861"/>
                    <a:pt x="152" y="3891"/>
                    <a:pt x="243" y="3921"/>
                  </a:cubicBezTo>
                  <a:cubicBezTo>
                    <a:pt x="337" y="3934"/>
                    <a:pt x="430" y="3941"/>
                    <a:pt x="522" y="3941"/>
                  </a:cubicBezTo>
                  <a:cubicBezTo>
                    <a:pt x="1499" y="3941"/>
                    <a:pt x="2326" y="3222"/>
                    <a:pt x="2493" y="2250"/>
                  </a:cubicBezTo>
                  <a:cubicBezTo>
                    <a:pt x="2645" y="1186"/>
                    <a:pt x="1885" y="183"/>
                    <a:pt x="821" y="31"/>
                  </a:cubicBezTo>
                  <a:cubicBezTo>
                    <a:pt x="730" y="0"/>
                    <a:pt x="669" y="0"/>
                    <a:pt x="57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93"/>
            <p:cNvSpPr/>
            <p:nvPr/>
          </p:nvSpPr>
          <p:spPr>
            <a:xfrm rot="1799956">
              <a:off x="6648542" y="1834071"/>
              <a:ext cx="131651" cy="136825"/>
            </a:xfrm>
            <a:custGeom>
              <a:avLst/>
              <a:gdLst/>
              <a:ahLst/>
              <a:cxnLst/>
              <a:rect l="l" t="t" r="r" b="b"/>
              <a:pathLst>
                <a:path w="3740" h="3887" extrusionOk="0">
                  <a:moveTo>
                    <a:pt x="1953" y="0"/>
                  </a:moveTo>
                  <a:cubicBezTo>
                    <a:pt x="1087" y="0"/>
                    <a:pt x="293" y="699"/>
                    <a:pt x="153" y="1685"/>
                  </a:cubicBezTo>
                  <a:cubicBezTo>
                    <a:pt x="1" y="2749"/>
                    <a:pt x="639" y="3722"/>
                    <a:pt x="1581" y="3874"/>
                  </a:cubicBezTo>
                  <a:cubicBezTo>
                    <a:pt x="1648" y="3882"/>
                    <a:pt x="1714" y="3886"/>
                    <a:pt x="1780" y="3886"/>
                  </a:cubicBezTo>
                  <a:cubicBezTo>
                    <a:pt x="2644" y="3886"/>
                    <a:pt x="3416" y="3162"/>
                    <a:pt x="3557" y="2202"/>
                  </a:cubicBezTo>
                  <a:cubicBezTo>
                    <a:pt x="3739" y="1138"/>
                    <a:pt x="3101" y="165"/>
                    <a:pt x="2159" y="13"/>
                  </a:cubicBezTo>
                  <a:cubicBezTo>
                    <a:pt x="2090" y="4"/>
                    <a:pt x="2021" y="0"/>
                    <a:pt x="195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93"/>
            <p:cNvSpPr/>
            <p:nvPr/>
          </p:nvSpPr>
          <p:spPr>
            <a:xfrm rot="1799956">
              <a:off x="6773797" y="2671255"/>
              <a:ext cx="122006" cy="135945"/>
            </a:xfrm>
            <a:custGeom>
              <a:avLst/>
              <a:gdLst/>
              <a:ahLst/>
              <a:cxnLst/>
              <a:rect l="l" t="t" r="r" b="b"/>
              <a:pathLst>
                <a:path w="3466" h="3862" extrusionOk="0">
                  <a:moveTo>
                    <a:pt x="1733" y="1"/>
                  </a:moveTo>
                  <a:cubicBezTo>
                    <a:pt x="791" y="1"/>
                    <a:pt x="1" y="852"/>
                    <a:pt x="1" y="1946"/>
                  </a:cubicBezTo>
                  <a:cubicBezTo>
                    <a:pt x="1" y="3010"/>
                    <a:pt x="791" y="3861"/>
                    <a:pt x="1733" y="3861"/>
                  </a:cubicBezTo>
                  <a:cubicBezTo>
                    <a:pt x="2675" y="3861"/>
                    <a:pt x="3466" y="3010"/>
                    <a:pt x="3466" y="1946"/>
                  </a:cubicBezTo>
                  <a:cubicBezTo>
                    <a:pt x="3466" y="852"/>
                    <a:pt x="2675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93"/>
            <p:cNvSpPr/>
            <p:nvPr/>
          </p:nvSpPr>
          <p:spPr>
            <a:xfrm rot="1799956">
              <a:off x="6979385" y="2333920"/>
              <a:ext cx="78146" cy="138057"/>
            </a:xfrm>
            <a:custGeom>
              <a:avLst/>
              <a:gdLst/>
              <a:ahLst/>
              <a:cxnLst/>
              <a:rect l="l" t="t" r="r" b="b"/>
              <a:pathLst>
                <a:path w="2220" h="3922" extrusionOk="0">
                  <a:moveTo>
                    <a:pt x="0" y="1"/>
                  </a:moveTo>
                  <a:cubicBezTo>
                    <a:pt x="973" y="123"/>
                    <a:pt x="1733" y="943"/>
                    <a:pt x="1733" y="1946"/>
                  </a:cubicBezTo>
                  <a:cubicBezTo>
                    <a:pt x="1733" y="2949"/>
                    <a:pt x="973" y="3770"/>
                    <a:pt x="0" y="3892"/>
                  </a:cubicBezTo>
                  <a:cubicBezTo>
                    <a:pt x="92" y="3922"/>
                    <a:pt x="183" y="3922"/>
                    <a:pt x="244" y="3922"/>
                  </a:cubicBezTo>
                  <a:cubicBezTo>
                    <a:pt x="1338" y="3922"/>
                    <a:pt x="2219" y="3040"/>
                    <a:pt x="2219" y="1946"/>
                  </a:cubicBezTo>
                  <a:cubicBezTo>
                    <a:pt x="2219" y="882"/>
                    <a:pt x="1338" y="1"/>
                    <a:pt x="24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93"/>
            <p:cNvSpPr/>
            <p:nvPr/>
          </p:nvSpPr>
          <p:spPr>
            <a:xfrm rot="1799956">
              <a:off x="6829301" y="2689664"/>
              <a:ext cx="78146" cy="139114"/>
            </a:xfrm>
            <a:custGeom>
              <a:avLst/>
              <a:gdLst/>
              <a:ahLst/>
              <a:cxnLst/>
              <a:rect l="l" t="t" r="r" b="b"/>
              <a:pathLst>
                <a:path w="2220" h="3952" extrusionOk="0">
                  <a:moveTo>
                    <a:pt x="243" y="1"/>
                  </a:moveTo>
                  <a:cubicBezTo>
                    <a:pt x="152" y="1"/>
                    <a:pt x="91" y="31"/>
                    <a:pt x="0" y="31"/>
                  </a:cubicBezTo>
                  <a:cubicBezTo>
                    <a:pt x="973" y="153"/>
                    <a:pt x="1733" y="973"/>
                    <a:pt x="1733" y="1976"/>
                  </a:cubicBezTo>
                  <a:cubicBezTo>
                    <a:pt x="1733" y="2979"/>
                    <a:pt x="973" y="3800"/>
                    <a:pt x="0" y="3922"/>
                  </a:cubicBezTo>
                  <a:cubicBezTo>
                    <a:pt x="91" y="3922"/>
                    <a:pt x="152" y="3952"/>
                    <a:pt x="243" y="3952"/>
                  </a:cubicBezTo>
                  <a:cubicBezTo>
                    <a:pt x="1338" y="3952"/>
                    <a:pt x="2219" y="3070"/>
                    <a:pt x="2219" y="1976"/>
                  </a:cubicBezTo>
                  <a:cubicBezTo>
                    <a:pt x="2219" y="882"/>
                    <a:pt x="1338" y="1"/>
                    <a:pt x="24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93"/>
            <p:cNvSpPr/>
            <p:nvPr/>
          </p:nvSpPr>
          <p:spPr>
            <a:xfrm rot="1799956">
              <a:off x="6823445" y="1643404"/>
              <a:ext cx="93106" cy="138726"/>
            </a:xfrm>
            <a:custGeom>
              <a:avLst/>
              <a:gdLst/>
              <a:ahLst/>
              <a:cxnLst/>
              <a:rect l="l" t="t" r="r" b="b"/>
              <a:pathLst>
                <a:path w="2645" h="3941" extrusionOk="0">
                  <a:moveTo>
                    <a:pt x="578" y="0"/>
                  </a:moveTo>
                  <a:cubicBezTo>
                    <a:pt x="1520" y="274"/>
                    <a:pt x="2128" y="1186"/>
                    <a:pt x="2007" y="2189"/>
                  </a:cubicBezTo>
                  <a:cubicBezTo>
                    <a:pt x="1855" y="3161"/>
                    <a:pt x="1003" y="3861"/>
                    <a:pt x="0" y="3861"/>
                  </a:cubicBezTo>
                  <a:cubicBezTo>
                    <a:pt x="92" y="3861"/>
                    <a:pt x="183" y="3891"/>
                    <a:pt x="244" y="3921"/>
                  </a:cubicBezTo>
                  <a:cubicBezTo>
                    <a:pt x="337" y="3934"/>
                    <a:pt x="430" y="3941"/>
                    <a:pt x="522" y="3941"/>
                  </a:cubicBezTo>
                  <a:cubicBezTo>
                    <a:pt x="1499" y="3941"/>
                    <a:pt x="2326" y="3222"/>
                    <a:pt x="2493" y="2250"/>
                  </a:cubicBezTo>
                  <a:cubicBezTo>
                    <a:pt x="2645" y="1186"/>
                    <a:pt x="1885" y="183"/>
                    <a:pt x="821" y="31"/>
                  </a:cubicBezTo>
                  <a:cubicBezTo>
                    <a:pt x="730" y="0"/>
                    <a:pt x="669" y="0"/>
                    <a:pt x="57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93"/>
            <p:cNvSpPr/>
            <p:nvPr/>
          </p:nvSpPr>
          <p:spPr>
            <a:xfrm rot="1799956">
              <a:off x="6773370" y="1624945"/>
              <a:ext cx="131651" cy="136825"/>
            </a:xfrm>
            <a:custGeom>
              <a:avLst/>
              <a:gdLst/>
              <a:ahLst/>
              <a:cxnLst/>
              <a:rect l="l" t="t" r="r" b="b"/>
              <a:pathLst>
                <a:path w="3740" h="3887" extrusionOk="0">
                  <a:moveTo>
                    <a:pt x="1954" y="0"/>
                  </a:moveTo>
                  <a:cubicBezTo>
                    <a:pt x="1092" y="0"/>
                    <a:pt x="324" y="699"/>
                    <a:pt x="183" y="1685"/>
                  </a:cubicBezTo>
                  <a:cubicBezTo>
                    <a:pt x="1" y="2749"/>
                    <a:pt x="639" y="3722"/>
                    <a:pt x="1581" y="3874"/>
                  </a:cubicBezTo>
                  <a:cubicBezTo>
                    <a:pt x="1648" y="3882"/>
                    <a:pt x="1714" y="3886"/>
                    <a:pt x="1780" y="3886"/>
                  </a:cubicBezTo>
                  <a:cubicBezTo>
                    <a:pt x="2649" y="3886"/>
                    <a:pt x="3446" y="3162"/>
                    <a:pt x="3588" y="2202"/>
                  </a:cubicBezTo>
                  <a:cubicBezTo>
                    <a:pt x="3739" y="1138"/>
                    <a:pt x="3101" y="165"/>
                    <a:pt x="2159" y="13"/>
                  </a:cubicBezTo>
                  <a:cubicBezTo>
                    <a:pt x="2090" y="4"/>
                    <a:pt x="2022" y="0"/>
                    <a:pt x="195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9" name="Google Shape;2279;p93"/>
          <p:cNvSpPr txBox="1"/>
          <p:nvPr/>
        </p:nvSpPr>
        <p:spPr>
          <a:xfrm>
            <a:off x="259637" y="660918"/>
            <a:ext cx="9432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accent4"/>
                </a:solidFill>
                <a:latin typeface="Lilita One"/>
                <a:ea typeface="Lilita One"/>
                <a:cs typeface="Lilita One"/>
                <a:sym typeface="Lilita One"/>
              </a:rPr>
              <a:t>Roll the Dice</a:t>
            </a:r>
            <a:endParaRPr sz="1000" dirty="0">
              <a:solidFill>
                <a:schemeClr val="accent4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2280" name="Google Shape;2280;p93">
            <a:hlinkClick r:id="rId3" action="ppaction://hlinksldjump"/>
          </p:cNvPr>
          <p:cNvSpPr/>
          <p:nvPr/>
        </p:nvSpPr>
        <p:spPr>
          <a:xfrm>
            <a:off x="227755" y="-12806"/>
            <a:ext cx="801600" cy="801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81" name="Google Shape;2281;p93"/>
          <p:cNvSpPr txBox="1">
            <a:spLocks noGrp="1"/>
          </p:cNvSpPr>
          <p:nvPr>
            <p:ph type="title"/>
          </p:nvPr>
        </p:nvSpPr>
        <p:spPr>
          <a:xfrm>
            <a:off x="1170820" y="411884"/>
            <a:ext cx="2534983" cy="5901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Project brief:</a:t>
            </a:r>
            <a:endParaRPr dirty="0"/>
          </a:p>
        </p:txBody>
      </p:sp>
      <p:sp>
        <p:nvSpPr>
          <p:cNvPr id="2302" name="Google Shape;2302;p93"/>
          <p:cNvSpPr/>
          <p:nvPr/>
        </p:nvSpPr>
        <p:spPr>
          <a:xfrm rot="-339997">
            <a:off x="1761875" y="961245"/>
            <a:ext cx="583351" cy="107912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D8C7E5-4D71-8C99-A7D1-65ED626E4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435" y="952884"/>
            <a:ext cx="7895539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Dice Rolling Simulator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 is an interactive application designed to simulate the rolling of one or more six-sided dice. The program allows users to specify the number of dice they wish to roll, validates that the input is a positive integer, and then generates a pseudo-random result between 1 and 6 for each individual die.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" b="1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Key Features and Use Cases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User Customization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Users can choose exactly how many dice to roll during each turn.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Randomized Results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The program generates a value between 1 and 6 for every die using a Linear Congruential Generator (LCG) algorithm.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Data Summary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After the rolls are complete, the program displays each individual die result and calculates the total sum of all dice.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Egypt University of Informatics - EUI | Cairo">
            <a:extLst>
              <a:ext uri="{FF2B5EF4-FFF2-40B4-BE49-F238E27FC236}">
                <a16:creationId xmlns:a16="http://schemas.microsoft.com/office/drawing/2014/main" id="{9CC36A11-5A54-1CA7-9E0A-D936860A26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56" t="3979" r="20752" b="4473"/>
          <a:stretch>
            <a:fillRect/>
          </a:stretch>
        </p:blipFill>
        <p:spPr bwMode="auto">
          <a:xfrm>
            <a:off x="8318991" y="-18389"/>
            <a:ext cx="815428" cy="1212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81"/>
          <p:cNvSpPr txBox="1">
            <a:spLocks noGrp="1"/>
          </p:cNvSpPr>
          <p:nvPr>
            <p:ph type="title"/>
          </p:nvPr>
        </p:nvSpPr>
        <p:spPr>
          <a:xfrm>
            <a:off x="192505" y="-84221"/>
            <a:ext cx="8225295" cy="1101996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dirty="0"/>
              <a:t>User Manual:</a:t>
            </a:r>
          </a:p>
        </p:txBody>
      </p:sp>
      <p:sp>
        <p:nvSpPr>
          <p:cNvPr id="1355" name="Google Shape;1355;p81"/>
          <p:cNvSpPr txBox="1">
            <a:spLocks noGrp="1"/>
          </p:cNvSpPr>
          <p:nvPr>
            <p:ph type="body" idx="4294967295"/>
          </p:nvPr>
        </p:nvSpPr>
        <p:spPr>
          <a:xfrm>
            <a:off x="192505" y="750849"/>
            <a:ext cx="8044529" cy="4296936"/>
          </a:xfrm>
        </p:spPr>
        <p:txBody>
          <a:bodyPr spcFirstLastPara="1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3200" b="0" i="0" u="none" strike="noStrike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lita One" panose="020B0604020202020204" charset="0"/>
              </a:rPr>
              <a:t>Step1</a:t>
            </a:r>
            <a:r>
              <a:rPr lang="en-US" sz="3200" b="0" i="0" u="none" strike="noStrike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GB" sz="2000" b="0" i="0" u="none" strike="noStrike" cap="none" dirty="0">
                <a:solidFill>
                  <a:schemeClr val="tx2"/>
                </a:solidFill>
                <a:latin typeface="Lilita One" panose="020B0604020202020204" charset="0"/>
              </a:rPr>
              <a:t>o</a:t>
            </a:r>
            <a:r>
              <a:rPr lang="en-GB" sz="2000" dirty="0">
                <a:solidFill>
                  <a:schemeClr val="tx2"/>
                </a:solidFill>
                <a:latin typeface="Lilita One" panose="020B0604020202020204" charset="0"/>
              </a:rPr>
              <a:t>pen the file </a:t>
            </a:r>
            <a:r>
              <a:rPr lang="en-GB" sz="2000" dirty="0" err="1">
                <a:solidFill>
                  <a:schemeClr val="tx2"/>
                </a:solidFill>
                <a:latin typeface="Lilita One" panose="020B0604020202020204" charset="0"/>
              </a:rPr>
              <a:t>main.c</a:t>
            </a:r>
            <a:endParaRPr lang="en-US" sz="3200" b="0" i="0" u="none" strike="noStrike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spcAft>
                <a:spcPts val="600"/>
              </a:spcAft>
              <a:buClr>
                <a:srgbClr val="000000"/>
              </a:buClr>
              <a:buSzPts val="1100"/>
              <a:buNone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lita One" panose="020B0604020202020204" charset="0"/>
              </a:rPr>
              <a:t>Step2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GB" sz="3200" dirty="0">
                <a:solidFill>
                  <a:schemeClr val="tx2"/>
                </a:solidFill>
                <a:latin typeface="Lilita One" panose="020B0604020202020204" charset="0"/>
              </a:rPr>
              <a:t> </a:t>
            </a:r>
            <a:r>
              <a:rPr lang="en-GB" sz="2400" dirty="0">
                <a:solidFill>
                  <a:schemeClr val="tx2"/>
                </a:solidFill>
                <a:latin typeface="Lilita One" panose="020B0604020202020204" charset="0"/>
              </a:rPr>
              <a:t>Compile the program using GCC</a:t>
            </a:r>
          </a:p>
          <a:p>
            <a:pPr marL="0" indent="0">
              <a:spcAft>
                <a:spcPts val="600"/>
              </a:spcAft>
              <a:buClr>
                <a:srgbClr val="000000"/>
              </a:buClr>
              <a:buSzPts val="1100"/>
              <a:buNone/>
            </a:pPr>
            <a:r>
              <a:rPr lang="it-IT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lita One" panose="020B0604020202020204" charset="0"/>
              </a:rPr>
              <a:t>gcc main.c -o dice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spcAft>
                <a:spcPts val="600"/>
              </a:spcAft>
              <a:buClr>
                <a:srgbClr val="000000"/>
              </a:buClr>
              <a:buSzPts val="1100"/>
              <a:buNone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lita One" panose="020B0604020202020204" charset="0"/>
              </a:rPr>
              <a:t>Step3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GB" sz="3200" dirty="0"/>
              <a:t> </a:t>
            </a:r>
            <a:r>
              <a:rPr lang="en-GB" sz="2000" dirty="0">
                <a:solidFill>
                  <a:schemeClr val="tx2"/>
                </a:solidFill>
                <a:latin typeface="Lilita One" panose="020B0604020202020204" charset="0"/>
              </a:rPr>
              <a:t>Run the program</a:t>
            </a:r>
            <a:endParaRPr lang="en-US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ilita One" panose="020B0604020202020204" charset="0"/>
            </a:endParaRPr>
          </a:p>
          <a:p>
            <a:pPr marL="0" lvl="0" indent="0"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3200" b="0" i="0" u="none" strike="noStrike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0317CB-467A-E56B-6061-C8A38BED5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4590" y="1208275"/>
            <a:ext cx="2193209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lvl="0" indent="0" algn="ctr" defTabSz="914400" eaLnBrk="0" fontAlgn="base" latinLnBrk="0" hangingPunct="0">
              <a:lnSpc>
                <a:spcPct val="90000"/>
              </a:lnSpc>
              <a:spcAft>
                <a:spcPts val="600"/>
              </a:spcAft>
              <a:buSzTx/>
              <a:buFont typeface="Arial"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</a:endParaRPr>
          </a:p>
        </p:txBody>
      </p:sp>
      <p:sp>
        <p:nvSpPr>
          <p:cNvPr id="1356" name="Google Shape;1356;p81"/>
          <p:cNvSpPr txBox="1"/>
          <p:nvPr/>
        </p:nvSpPr>
        <p:spPr>
          <a:xfrm>
            <a:off x="714375" y="4314825"/>
            <a:ext cx="77040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2280;p93">
            <a:hlinkClick r:id="rId3" action="ppaction://hlinksldjump"/>
            <a:extLst>
              <a:ext uri="{FF2B5EF4-FFF2-40B4-BE49-F238E27FC236}">
                <a16:creationId xmlns:a16="http://schemas.microsoft.com/office/drawing/2014/main" id="{1794528E-3C3A-72AB-0120-ED52A5ACEA6F}"/>
              </a:ext>
            </a:extLst>
          </p:cNvPr>
          <p:cNvSpPr/>
          <p:nvPr/>
        </p:nvSpPr>
        <p:spPr>
          <a:xfrm>
            <a:off x="11739" y="21818"/>
            <a:ext cx="921533" cy="889917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280;p93">
            <a:hlinkClick r:id="rId3" action="ppaction://hlinksldjump"/>
            <a:extLst>
              <a:ext uri="{FF2B5EF4-FFF2-40B4-BE49-F238E27FC236}">
                <a16:creationId xmlns:a16="http://schemas.microsoft.com/office/drawing/2014/main" id="{CE0E3BE9-F173-B396-1C87-56A4781579D9}"/>
              </a:ext>
            </a:extLst>
          </p:cNvPr>
          <p:cNvSpPr/>
          <p:nvPr/>
        </p:nvSpPr>
        <p:spPr>
          <a:xfrm>
            <a:off x="71705" y="-111677"/>
            <a:ext cx="801600" cy="801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4" name="Picture 2" descr="Egypt University of Informatics - EUI | Cairo">
            <a:extLst>
              <a:ext uri="{FF2B5EF4-FFF2-40B4-BE49-F238E27FC236}">
                <a16:creationId xmlns:a16="http://schemas.microsoft.com/office/drawing/2014/main" id="{E529D225-4F8B-CBBA-7100-A9427D1116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53" t="6387" r="20409"/>
          <a:stretch>
            <a:fillRect/>
          </a:stretch>
        </p:blipFill>
        <p:spPr bwMode="auto">
          <a:xfrm>
            <a:off x="8342400" y="3400"/>
            <a:ext cx="801600" cy="1275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p89"/>
          <p:cNvSpPr/>
          <p:nvPr/>
        </p:nvSpPr>
        <p:spPr>
          <a:xfrm>
            <a:off x="233947" y="1152379"/>
            <a:ext cx="3511504" cy="701269"/>
          </a:xfrm>
          <a:prstGeom prst="roundRect">
            <a:avLst>
              <a:gd name="adj" fmla="val 16667"/>
            </a:avLst>
          </a:prstGeom>
          <a:solidFill>
            <a:srgbClr val="3761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dirty="0">
                <a:solidFill>
                  <a:srgbClr val="83B4E4"/>
                </a:solidFill>
                <a:latin typeface="Lilita One"/>
                <a:ea typeface="Lilita One"/>
                <a:cs typeface="Lilita One"/>
                <a:sym typeface="Lilita One"/>
              </a:rPr>
              <a:t>Enter the number of dice when prompted:</a:t>
            </a:r>
          </a:p>
        </p:txBody>
      </p:sp>
      <p:sp>
        <p:nvSpPr>
          <p:cNvPr id="2069" name="Google Shape;2069;p89"/>
          <p:cNvSpPr/>
          <p:nvPr/>
        </p:nvSpPr>
        <p:spPr>
          <a:xfrm>
            <a:off x="2798704" y="2790777"/>
            <a:ext cx="2651206" cy="730768"/>
          </a:xfrm>
          <a:prstGeom prst="roundRect">
            <a:avLst>
              <a:gd name="adj" fmla="val 16667"/>
            </a:avLst>
          </a:prstGeom>
          <a:solidFill>
            <a:srgbClr val="E0CF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dirty="0">
                <a:solidFill>
                  <a:srgbClr val="837260"/>
                </a:solidFill>
                <a:latin typeface="Lilita One"/>
                <a:ea typeface="Lilita One"/>
                <a:cs typeface="Lilita One"/>
                <a:sym typeface="Lilita One"/>
              </a:rPr>
              <a:t>Choose whether to roll again or exit</a:t>
            </a:r>
            <a:endParaRPr sz="1800" dirty="0">
              <a:solidFill>
                <a:srgbClr val="837260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2070" name="Google Shape;2070;p89"/>
          <p:cNvSpPr/>
          <p:nvPr/>
        </p:nvSpPr>
        <p:spPr>
          <a:xfrm>
            <a:off x="6273187" y="1010343"/>
            <a:ext cx="2461312" cy="714855"/>
          </a:xfrm>
          <a:prstGeom prst="roundRect">
            <a:avLst>
              <a:gd name="adj" fmla="val 16667"/>
            </a:avLst>
          </a:prstGeom>
          <a:solidFill>
            <a:srgbClr val="0626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5081B1"/>
                </a:solidFill>
                <a:latin typeface="Lilita One"/>
                <a:ea typeface="Lilita One"/>
                <a:cs typeface="Lilita One"/>
                <a:sym typeface="Lilita One"/>
              </a:rPr>
              <a:t>View each die value and the total sum</a:t>
            </a:r>
            <a:endParaRPr sz="1800" dirty="0">
              <a:solidFill>
                <a:srgbClr val="5081B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grpSp>
        <p:nvGrpSpPr>
          <p:cNvPr id="2071" name="Google Shape;2071;p89"/>
          <p:cNvGrpSpPr/>
          <p:nvPr/>
        </p:nvGrpSpPr>
        <p:grpSpPr>
          <a:xfrm>
            <a:off x="417435" y="237007"/>
            <a:ext cx="591604" cy="615737"/>
            <a:chOff x="5593285" y="1262634"/>
            <a:chExt cx="1852814" cy="1928398"/>
          </a:xfrm>
        </p:grpSpPr>
        <p:sp>
          <p:nvSpPr>
            <p:cNvPr id="2072" name="Google Shape;2072;p89"/>
            <p:cNvSpPr/>
            <p:nvPr/>
          </p:nvSpPr>
          <p:spPr>
            <a:xfrm rot="1799956">
              <a:off x="6377770" y="2014775"/>
              <a:ext cx="639880" cy="1089253"/>
            </a:xfrm>
            <a:custGeom>
              <a:avLst/>
              <a:gdLst/>
              <a:ahLst/>
              <a:cxnLst/>
              <a:rect l="l" t="t" r="r" b="b"/>
              <a:pathLst>
                <a:path w="18178" h="30944" extrusionOk="0">
                  <a:moveTo>
                    <a:pt x="18177" y="0"/>
                  </a:moveTo>
                  <a:lnTo>
                    <a:pt x="1" y="9818"/>
                  </a:lnTo>
                  <a:lnTo>
                    <a:pt x="1" y="30943"/>
                  </a:lnTo>
                  <a:lnTo>
                    <a:pt x="18177" y="20153"/>
                  </a:lnTo>
                  <a:lnTo>
                    <a:pt x="18177" y="0"/>
                  </a:lnTo>
                  <a:close/>
                </a:path>
              </a:pathLst>
            </a:custGeom>
            <a:solidFill>
              <a:srgbClr val="B59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89"/>
            <p:cNvSpPr/>
            <p:nvPr/>
          </p:nvSpPr>
          <p:spPr>
            <a:xfrm rot="1799956">
              <a:off x="6065202" y="1533009"/>
              <a:ext cx="1280781" cy="743652"/>
            </a:xfrm>
            <a:custGeom>
              <a:avLst/>
              <a:gdLst/>
              <a:ahLst/>
              <a:cxnLst/>
              <a:rect l="l" t="t" r="r" b="b"/>
              <a:pathLst>
                <a:path w="36385" h="21126" extrusionOk="0">
                  <a:moveTo>
                    <a:pt x="18694" y="0"/>
                  </a:moveTo>
                  <a:lnTo>
                    <a:pt x="1" y="10821"/>
                  </a:lnTo>
                  <a:lnTo>
                    <a:pt x="18208" y="21125"/>
                  </a:lnTo>
                  <a:lnTo>
                    <a:pt x="36384" y="11307"/>
                  </a:lnTo>
                  <a:lnTo>
                    <a:pt x="18694" y="0"/>
                  </a:lnTo>
                  <a:close/>
                </a:path>
              </a:pathLst>
            </a:custGeom>
            <a:solidFill>
              <a:srgbClr val="E0CF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89"/>
            <p:cNvSpPr/>
            <p:nvPr/>
          </p:nvSpPr>
          <p:spPr>
            <a:xfrm rot="1799956">
              <a:off x="5826936" y="1678634"/>
              <a:ext cx="640936" cy="1106361"/>
            </a:xfrm>
            <a:custGeom>
              <a:avLst/>
              <a:gdLst/>
              <a:ahLst/>
              <a:cxnLst/>
              <a:rect l="l" t="t" r="r" b="b"/>
              <a:pathLst>
                <a:path w="18208" h="31430" extrusionOk="0">
                  <a:moveTo>
                    <a:pt x="1" y="0"/>
                  </a:moveTo>
                  <a:lnTo>
                    <a:pt x="1" y="20639"/>
                  </a:lnTo>
                  <a:lnTo>
                    <a:pt x="18208" y="31429"/>
                  </a:lnTo>
                  <a:lnTo>
                    <a:pt x="18208" y="1030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DB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89"/>
            <p:cNvSpPr/>
            <p:nvPr/>
          </p:nvSpPr>
          <p:spPr>
            <a:xfrm rot="1799956">
              <a:off x="6605689" y="2310697"/>
              <a:ext cx="77090" cy="139149"/>
            </a:xfrm>
            <a:custGeom>
              <a:avLst/>
              <a:gdLst/>
              <a:ahLst/>
              <a:cxnLst/>
              <a:rect l="l" t="t" r="r" b="b"/>
              <a:pathLst>
                <a:path w="2190" h="3953" extrusionOk="0">
                  <a:moveTo>
                    <a:pt x="244" y="1"/>
                  </a:moveTo>
                  <a:cubicBezTo>
                    <a:pt x="153" y="1"/>
                    <a:pt x="61" y="31"/>
                    <a:pt x="1" y="31"/>
                  </a:cubicBezTo>
                  <a:cubicBezTo>
                    <a:pt x="943" y="153"/>
                    <a:pt x="1703" y="973"/>
                    <a:pt x="1703" y="1976"/>
                  </a:cubicBezTo>
                  <a:cubicBezTo>
                    <a:pt x="1703" y="2979"/>
                    <a:pt x="943" y="3800"/>
                    <a:pt x="1" y="3922"/>
                  </a:cubicBezTo>
                  <a:cubicBezTo>
                    <a:pt x="61" y="3922"/>
                    <a:pt x="153" y="3952"/>
                    <a:pt x="244" y="3952"/>
                  </a:cubicBezTo>
                  <a:cubicBezTo>
                    <a:pt x="1308" y="3952"/>
                    <a:pt x="2189" y="3071"/>
                    <a:pt x="2189" y="1976"/>
                  </a:cubicBezTo>
                  <a:cubicBezTo>
                    <a:pt x="2189" y="882"/>
                    <a:pt x="1308" y="1"/>
                    <a:pt x="24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89"/>
            <p:cNvSpPr/>
            <p:nvPr/>
          </p:nvSpPr>
          <p:spPr>
            <a:xfrm rot="1799956">
              <a:off x="6549921" y="2292252"/>
              <a:ext cx="120950" cy="136966"/>
            </a:xfrm>
            <a:custGeom>
              <a:avLst/>
              <a:gdLst/>
              <a:ahLst/>
              <a:cxnLst/>
              <a:rect l="l" t="t" r="r" b="b"/>
              <a:pathLst>
                <a:path w="3436" h="3891" extrusionOk="0">
                  <a:moveTo>
                    <a:pt x="1703" y="0"/>
                  </a:moveTo>
                  <a:cubicBezTo>
                    <a:pt x="761" y="0"/>
                    <a:pt x="1" y="882"/>
                    <a:pt x="1" y="1945"/>
                  </a:cubicBezTo>
                  <a:cubicBezTo>
                    <a:pt x="1" y="3009"/>
                    <a:pt x="761" y="3891"/>
                    <a:pt x="1703" y="3891"/>
                  </a:cubicBezTo>
                  <a:cubicBezTo>
                    <a:pt x="2676" y="3891"/>
                    <a:pt x="3436" y="3009"/>
                    <a:pt x="3436" y="1945"/>
                  </a:cubicBezTo>
                  <a:cubicBezTo>
                    <a:pt x="3436" y="882"/>
                    <a:pt x="2676" y="0"/>
                    <a:pt x="170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89"/>
            <p:cNvSpPr/>
            <p:nvPr/>
          </p:nvSpPr>
          <p:spPr>
            <a:xfrm rot="1799956">
              <a:off x="6442560" y="2687541"/>
              <a:ext cx="78146" cy="139114"/>
            </a:xfrm>
            <a:custGeom>
              <a:avLst/>
              <a:gdLst/>
              <a:ahLst/>
              <a:cxnLst/>
              <a:rect l="l" t="t" r="r" b="b"/>
              <a:pathLst>
                <a:path w="2220" h="3952" extrusionOk="0">
                  <a:moveTo>
                    <a:pt x="244" y="0"/>
                  </a:moveTo>
                  <a:cubicBezTo>
                    <a:pt x="183" y="0"/>
                    <a:pt x="92" y="31"/>
                    <a:pt x="1" y="31"/>
                  </a:cubicBezTo>
                  <a:cubicBezTo>
                    <a:pt x="974" y="152"/>
                    <a:pt x="1734" y="973"/>
                    <a:pt x="1734" y="1976"/>
                  </a:cubicBezTo>
                  <a:cubicBezTo>
                    <a:pt x="1734" y="2979"/>
                    <a:pt x="974" y="3800"/>
                    <a:pt x="1" y="3921"/>
                  </a:cubicBezTo>
                  <a:cubicBezTo>
                    <a:pt x="92" y="3921"/>
                    <a:pt x="183" y="3952"/>
                    <a:pt x="244" y="3952"/>
                  </a:cubicBezTo>
                  <a:cubicBezTo>
                    <a:pt x="1338" y="3952"/>
                    <a:pt x="2220" y="3070"/>
                    <a:pt x="2220" y="1976"/>
                  </a:cubicBezTo>
                  <a:cubicBezTo>
                    <a:pt x="2220" y="882"/>
                    <a:pt x="1338" y="0"/>
                    <a:pt x="24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89"/>
            <p:cNvSpPr/>
            <p:nvPr/>
          </p:nvSpPr>
          <p:spPr>
            <a:xfrm rot="1799956">
              <a:off x="6387808" y="2669343"/>
              <a:ext cx="120950" cy="137001"/>
            </a:xfrm>
            <a:custGeom>
              <a:avLst/>
              <a:gdLst/>
              <a:ahLst/>
              <a:cxnLst/>
              <a:rect l="l" t="t" r="r" b="b"/>
              <a:pathLst>
                <a:path w="3436" h="3892" extrusionOk="0">
                  <a:moveTo>
                    <a:pt x="1703" y="1"/>
                  </a:moveTo>
                  <a:cubicBezTo>
                    <a:pt x="761" y="1"/>
                    <a:pt x="1" y="882"/>
                    <a:pt x="1" y="1946"/>
                  </a:cubicBezTo>
                  <a:cubicBezTo>
                    <a:pt x="1" y="3010"/>
                    <a:pt x="761" y="3891"/>
                    <a:pt x="1703" y="3891"/>
                  </a:cubicBezTo>
                  <a:cubicBezTo>
                    <a:pt x="2676" y="3891"/>
                    <a:pt x="3436" y="3010"/>
                    <a:pt x="3436" y="1946"/>
                  </a:cubicBezTo>
                  <a:cubicBezTo>
                    <a:pt x="3436" y="882"/>
                    <a:pt x="2676" y="1"/>
                    <a:pt x="170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89"/>
            <p:cNvSpPr/>
            <p:nvPr/>
          </p:nvSpPr>
          <p:spPr>
            <a:xfrm rot="1799956">
              <a:off x="6923881" y="2314455"/>
              <a:ext cx="122006" cy="137001"/>
            </a:xfrm>
            <a:custGeom>
              <a:avLst/>
              <a:gdLst/>
              <a:ahLst/>
              <a:cxnLst/>
              <a:rect l="l" t="t" r="r" b="b"/>
              <a:pathLst>
                <a:path w="3466" h="3892" extrusionOk="0">
                  <a:moveTo>
                    <a:pt x="1733" y="1"/>
                  </a:moveTo>
                  <a:cubicBezTo>
                    <a:pt x="791" y="1"/>
                    <a:pt x="1" y="882"/>
                    <a:pt x="1" y="1946"/>
                  </a:cubicBezTo>
                  <a:cubicBezTo>
                    <a:pt x="1" y="3040"/>
                    <a:pt x="791" y="3892"/>
                    <a:pt x="1733" y="3892"/>
                  </a:cubicBezTo>
                  <a:cubicBezTo>
                    <a:pt x="2676" y="3892"/>
                    <a:pt x="3466" y="3040"/>
                    <a:pt x="3466" y="1946"/>
                  </a:cubicBezTo>
                  <a:cubicBezTo>
                    <a:pt x="3466" y="882"/>
                    <a:pt x="26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89"/>
            <p:cNvSpPr/>
            <p:nvPr/>
          </p:nvSpPr>
          <p:spPr>
            <a:xfrm rot="1799956">
              <a:off x="5913516" y="2179727"/>
              <a:ext cx="83496" cy="138550"/>
            </a:xfrm>
            <a:custGeom>
              <a:avLst/>
              <a:gdLst/>
              <a:ahLst/>
              <a:cxnLst/>
              <a:rect l="l" t="t" r="r" b="b"/>
              <a:pathLst>
                <a:path w="2372" h="3936" extrusionOk="0">
                  <a:moveTo>
                    <a:pt x="301" y="0"/>
                  </a:moveTo>
                  <a:cubicBezTo>
                    <a:pt x="282" y="0"/>
                    <a:pt x="263" y="1"/>
                    <a:pt x="244" y="1"/>
                  </a:cubicBezTo>
                  <a:cubicBezTo>
                    <a:pt x="152" y="31"/>
                    <a:pt x="61" y="31"/>
                    <a:pt x="0" y="62"/>
                  </a:cubicBezTo>
                  <a:cubicBezTo>
                    <a:pt x="973" y="123"/>
                    <a:pt x="1763" y="883"/>
                    <a:pt x="1824" y="1886"/>
                  </a:cubicBezTo>
                  <a:cubicBezTo>
                    <a:pt x="1855" y="2889"/>
                    <a:pt x="1155" y="3740"/>
                    <a:pt x="213" y="3922"/>
                  </a:cubicBezTo>
                  <a:cubicBezTo>
                    <a:pt x="254" y="3922"/>
                    <a:pt x="308" y="3936"/>
                    <a:pt x="366" y="3936"/>
                  </a:cubicBezTo>
                  <a:cubicBezTo>
                    <a:pt x="396" y="3936"/>
                    <a:pt x="426" y="3932"/>
                    <a:pt x="456" y="3922"/>
                  </a:cubicBezTo>
                  <a:cubicBezTo>
                    <a:pt x="1520" y="3892"/>
                    <a:pt x="2371" y="2949"/>
                    <a:pt x="2310" y="1855"/>
                  </a:cubicBezTo>
                  <a:cubicBezTo>
                    <a:pt x="2251" y="810"/>
                    <a:pt x="1341" y="0"/>
                    <a:pt x="30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89"/>
            <p:cNvSpPr/>
            <p:nvPr/>
          </p:nvSpPr>
          <p:spPr>
            <a:xfrm rot="1799956">
              <a:off x="5858415" y="2162128"/>
              <a:ext cx="125209" cy="136157"/>
            </a:xfrm>
            <a:custGeom>
              <a:avLst/>
              <a:gdLst/>
              <a:ahLst/>
              <a:cxnLst/>
              <a:rect l="l" t="t" r="r" b="b"/>
              <a:pathLst>
                <a:path w="3557" h="3868" extrusionOk="0">
                  <a:moveTo>
                    <a:pt x="1770" y="1"/>
                  </a:moveTo>
                  <a:cubicBezTo>
                    <a:pt x="1738" y="1"/>
                    <a:pt x="1705" y="2"/>
                    <a:pt x="1672" y="4"/>
                  </a:cubicBezTo>
                  <a:cubicBezTo>
                    <a:pt x="730" y="34"/>
                    <a:pt x="0" y="946"/>
                    <a:pt x="61" y="2040"/>
                  </a:cubicBezTo>
                  <a:cubicBezTo>
                    <a:pt x="120" y="3067"/>
                    <a:pt x="886" y="3867"/>
                    <a:pt x="1787" y="3867"/>
                  </a:cubicBezTo>
                  <a:cubicBezTo>
                    <a:pt x="1819" y="3867"/>
                    <a:pt x="1852" y="3866"/>
                    <a:pt x="1885" y="3864"/>
                  </a:cubicBezTo>
                  <a:cubicBezTo>
                    <a:pt x="2827" y="3834"/>
                    <a:pt x="3557" y="2922"/>
                    <a:pt x="3496" y="1828"/>
                  </a:cubicBezTo>
                  <a:cubicBezTo>
                    <a:pt x="3437" y="801"/>
                    <a:pt x="2671" y="1"/>
                    <a:pt x="177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89"/>
            <p:cNvSpPr/>
            <p:nvPr/>
          </p:nvSpPr>
          <p:spPr>
            <a:xfrm rot="1799956">
              <a:off x="6026175" y="2006187"/>
              <a:ext cx="83496" cy="138163"/>
            </a:xfrm>
            <a:custGeom>
              <a:avLst/>
              <a:gdLst/>
              <a:ahLst/>
              <a:cxnLst/>
              <a:rect l="l" t="t" r="r" b="b"/>
              <a:pathLst>
                <a:path w="2372" h="3925" extrusionOk="0">
                  <a:moveTo>
                    <a:pt x="357" y="1"/>
                  </a:moveTo>
                  <a:cubicBezTo>
                    <a:pt x="320" y="1"/>
                    <a:pt x="282" y="2"/>
                    <a:pt x="244" y="4"/>
                  </a:cubicBezTo>
                  <a:cubicBezTo>
                    <a:pt x="152" y="4"/>
                    <a:pt x="92" y="34"/>
                    <a:pt x="0" y="34"/>
                  </a:cubicBezTo>
                  <a:cubicBezTo>
                    <a:pt x="973" y="95"/>
                    <a:pt x="1763" y="885"/>
                    <a:pt x="1824" y="1888"/>
                  </a:cubicBezTo>
                  <a:cubicBezTo>
                    <a:pt x="1885" y="2861"/>
                    <a:pt x="1186" y="3742"/>
                    <a:pt x="213" y="3894"/>
                  </a:cubicBezTo>
                  <a:cubicBezTo>
                    <a:pt x="304" y="3925"/>
                    <a:pt x="365" y="3925"/>
                    <a:pt x="456" y="3925"/>
                  </a:cubicBezTo>
                  <a:cubicBezTo>
                    <a:pt x="1551" y="3864"/>
                    <a:pt x="2371" y="2922"/>
                    <a:pt x="2310" y="1858"/>
                  </a:cubicBezTo>
                  <a:cubicBezTo>
                    <a:pt x="2252" y="802"/>
                    <a:pt x="1400" y="1"/>
                    <a:pt x="35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89"/>
            <p:cNvSpPr/>
            <p:nvPr/>
          </p:nvSpPr>
          <p:spPr>
            <a:xfrm rot="1799956">
              <a:off x="5972129" y="1988203"/>
              <a:ext cx="125209" cy="137107"/>
            </a:xfrm>
            <a:custGeom>
              <a:avLst/>
              <a:gdLst/>
              <a:ahLst/>
              <a:cxnLst/>
              <a:rect l="l" t="t" r="r" b="b"/>
              <a:pathLst>
                <a:path w="3557" h="3895" extrusionOk="0">
                  <a:moveTo>
                    <a:pt x="1767" y="0"/>
                  </a:moveTo>
                  <a:cubicBezTo>
                    <a:pt x="1736" y="0"/>
                    <a:pt x="1704" y="1"/>
                    <a:pt x="1672" y="3"/>
                  </a:cubicBezTo>
                  <a:cubicBezTo>
                    <a:pt x="700" y="64"/>
                    <a:pt x="1" y="976"/>
                    <a:pt x="61" y="2040"/>
                  </a:cubicBezTo>
                  <a:cubicBezTo>
                    <a:pt x="121" y="3084"/>
                    <a:pt x="884" y="3895"/>
                    <a:pt x="1833" y="3895"/>
                  </a:cubicBezTo>
                  <a:cubicBezTo>
                    <a:pt x="1850" y="3895"/>
                    <a:pt x="1868" y="3894"/>
                    <a:pt x="1885" y="3894"/>
                  </a:cubicBezTo>
                  <a:cubicBezTo>
                    <a:pt x="2827" y="3833"/>
                    <a:pt x="3557" y="2921"/>
                    <a:pt x="3496" y="1857"/>
                  </a:cubicBezTo>
                  <a:cubicBezTo>
                    <a:pt x="3437" y="829"/>
                    <a:pt x="2669" y="0"/>
                    <a:pt x="176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89"/>
            <p:cNvSpPr/>
            <p:nvPr/>
          </p:nvSpPr>
          <p:spPr>
            <a:xfrm rot="1799956">
              <a:off x="6133528" y="1828513"/>
              <a:ext cx="83496" cy="138656"/>
            </a:xfrm>
            <a:custGeom>
              <a:avLst/>
              <a:gdLst/>
              <a:ahLst/>
              <a:cxnLst/>
              <a:rect l="l" t="t" r="r" b="b"/>
              <a:pathLst>
                <a:path w="2372" h="3939" extrusionOk="0">
                  <a:moveTo>
                    <a:pt x="354" y="1"/>
                  </a:moveTo>
                  <a:cubicBezTo>
                    <a:pt x="318" y="1"/>
                    <a:pt x="281" y="2"/>
                    <a:pt x="244" y="4"/>
                  </a:cubicBezTo>
                  <a:cubicBezTo>
                    <a:pt x="153" y="4"/>
                    <a:pt x="92" y="34"/>
                    <a:pt x="1" y="65"/>
                  </a:cubicBezTo>
                  <a:cubicBezTo>
                    <a:pt x="974" y="126"/>
                    <a:pt x="1764" y="885"/>
                    <a:pt x="1825" y="1889"/>
                  </a:cubicBezTo>
                  <a:cubicBezTo>
                    <a:pt x="1885" y="2892"/>
                    <a:pt x="1186" y="3743"/>
                    <a:pt x="214" y="3925"/>
                  </a:cubicBezTo>
                  <a:cubicBezTo>
                    <a:pt x="275" y="3925"/>
                    <a:pt x="335" y="3939"/>
                    <a:pt x="387" y="3939"/>
                  </a:cubicBezTo>
                  <a:cubicBezTo>
                    <a:pt x="413" y="3939"/>
                    <a:pt x="437" y="3935"/>
                    <a:pt x="457" y="3925"/>
                  </a:cubicBezTo>
                  <a:cubicBezTo>
                    <a:pt x="1551" y="3864"/>
                    <a:pt x="2372" y="2952"/>
                    <a:pt x="2311" y="1858"/>
                  </a:cubicBezTo>
                  <a:cubicBezTo>
                    <a:pt x="2252" y="830"/>
                    <a:pt x="1399" y="1"/>
                    <a:pt x="35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89"/>
            <p:cNvSpPr/>
            <p:nvPr/>
          </p:nvSpPr>
          <p:spPr>
            <a:xfrm rot="1799956">
              <a:off x="6079344" y="1811559"/>
              <a:ext cx="125209" cy="136157"/>
            </a:xfrm>
            <a:custGeom>
              <a:avLst/>
              <a:gdLst/>
              <a:ahLst/>
              <a:cxnLst/>
              <a:rect l="l" t="t" r="r" b="b"/>
              <a:pathLst>
                <a:path w="3557" h="3868" extrusionOk="0">
                  <a:moveTo>
                    <a:pt x="1770" y="1"/>
                  </a:moveTo>
                  <a:cubicBezTo>
                    <a:pt x="1738" y="1"/>
                    <a:pt x="1705" y="2"/>
                    <a:pt x="1672" y="4"/>
                  </a:cubicBezTo>
                  <a:cubicBezTo>
                    <a:pt x="730" y="34"/>
                    <a:pt x="0" y="946"/>
                    <a:pt x="61" y="2040"/>
                  </a:cubicBezTo>
                  <a:cubicBezTo>
                    <a:pt x="120" y="3067"/>
                    <a:pt x="886" y="3867"/>
                    <a:pt x="1786" y="3867"/>
                  </a:cubicBezTo>
                  <a:cubicBezTo>
                    <a:pt x="1819" y="3867"/>
                    <a:pt x="1852" y="3866"/>
                    <a:pt x="1885" y="3864"/>
                  </a:cubicBezTo>
                  <a:cubicBezTo>
                    <a:pt x="2827" y="3834"/>
                    <a:pt x="3556" y="2922"/>
                    <a:pt x="3496" y="1828"/>
                  </a:cubicBezTo>
                  <a:cubicBezTo>
                    <a:pt x="3437" y="801"/>
                    <a:pt x="2671" y="1"/>
                    <a:pt x="177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89"/>
            <p:cNvSpPr/>
            <p:nvPr/>
          </p:nvSpPr>
          <p:spPr>
            <a:xfrm rot="1799956">
              <a:off x="6105082" y="2510591"/>
              <a:ext cx="80258" cy="139149"/>
            </a:xfrm>
            <a:custGeom>
              <a:avLst/>
              <a:gdLst/>
              <a:ahLst/>
              <a:cxnLst/>
              <a:rect l="l" t="t" r="r" b="b"/>
              <a:pathLst>
                <a:path w="2280" h="3953" extrusionOk="0">
                  <a:moveTo>
                    <a:pt x="300" y="0"/>
                  </a:moveTo>
                  <a:cubicBezTo>
                    <a:pt x="281" y="0"/>
                    <a:pt x="262" y="0"/>
                    <a:pt x="243" y="1"/>
                  </a:cubicBezTo>
                  <a:cubicBezTo>
                    <a:pt x="152" y="1"/>
                    <a:pt x="91" y="31"/>
                    <a:pt x="0" y="31"/>
                  </a:cubicBezTo>
                  <a:cubicBezTo>
                    <a:pt x="973" y="122"/>
                    <a:pt x="1733" y="943"/>
                    <a:pt x="1763" y="1916"/>
                  </a:cubicBezTo>
                  <a:cubicBezTo>
                    <a:pt x="1793" y="2919"/>
                    <a:pt x="1064" y="3770"/>
                    <a:pt x="91" y="3922"/>
                  </a:cubicBezTo>
                  <a:cubicBezTo>
                    <a:pt x="182" y="3922"/>
                    <a:pt x="274" y="3952"/>
                    <a:pt x="365" y="3952"/>
                  </a:cubicBezTo>
                  <a:cubicBezTo>
                    <a:pt x="1429" y="3922"/>
                    <a:pt x="2280" y="3010"/>
                    <a:pt x="2249" y="1916"/>
                  </a:cubicBezTo>
                  <a:cubicBezTo>
                    <a:pt x="2220" y="841"/>
                    <a:pt x="1368" y="0"/>
                    <a:pt x="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89"/>
            <p:cNvSpPr/>
            <p:nvPr/>
          </p:nvSpPr>
          <p:spPr>
            <a:xfrm rot="1799956">
              <a:off x="6050226" y="2492648"/>
              <a:ext cx="124153" cy="137037"/>
            </a:xfrm>
            <a:custGeom>
              <a:avLst/>
              <a:gdLst/>
              <a:ahLst/>
              <a:cxnLst/>
              <a:rect l="l" t="t" r="r" b="b"/>
              <a:pathLst>
                <a:path w="3527" h="3893" extrusionOk="0">
                  <a:moveTo>
                    <a:pt x="1752" y="0"/>
                  </a:moveTo>
                  <a:cubicBezTo>
                    <a:pt x="1736" y="0"/>
                    <a:pt x="1719" y="1"/>
                    <a:pt x="1703" y="1"/>
                  </a:cubicBezTo>
                  <a:cubicBezTo>
                    <a:pt x="761" y="32"/>
                    <a:pt x="1" y="913"/>
                    <a:pt x="31" y="2007"/>
                  </a:cubicBezTo>
                  <a:cubicBezTo>
                    <a:pt x="61" y="3053"/>
                    <a:pt x="854" y="3893"/>
                    <a:pt x="1776" y="3893"/>
                  </a:cubicBezTo>
                  <a:cubicBezTo>
                    <a:pt x="1792" y="3893"/>
                    <a:pt x="1808" y="3892"/>
                    <a:pt x="1825" y="3892"/>
                  </a:cubicBezTo>
                  <a:cubicBezTo>
                    <a:pt x="2767" y="3862"/>
                    <a:pt x="3527" y="2980"/>
                    <a:pt x="3496" y="1886"/>
                  </a:cubicBezTo>
                  <a:cubicBezTo>
                    <a:pt x="3467" y="840"/>
                    <a:pt x="2674" y="0"/>
                    <a:pt x="175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89"/>
            <p:cNvSpPr/>
            <p:nvPr/>
          </p:nvSpPr>
          <p:spPr>
            <a:xfrm rot="1799956">
              <a:off x="6222434" y="2340105"/>
              <a:ext cx="81349" cy="138093"/>
            </a:xfrm>
            <a:custGeom>
              <a:avLst/>
              <a:gdLst/>
              <a:ahLst/>
              <a:cxnLst/>
              <a:rect l="l" t="t" r="r" b="b"/>
              <a:pathLst>
                <a:path w="2311" h="3923" extrusionOk="0">
                  <a:moveTo>
                    <a:pt x="300" y="1"/>
                  </a:moveTo>
                  <a:cubicBezTo>
                    <a:pt x="281" y="1"/>
                    <a:pt x="262" y="1"/>
                    <a:pt x="243" y="2"/>
                  </a:cubicBezTo>
                  <a:cubicBezTo>
                    <a:pt x="152" y="2"/>
                    <a:pt x="91" y="32"/>
                    <a:pt x="0" y="32"/>
                  </a:cubicBezTo>
                  <a:cubicBezTo>
                    <a:pt x="973" y="123"/>
                    <a:pt x="1763" y="913"/>
                    <a:pt x="1793" y="1916"/>
                  </a:cubicBezTo>
                  <a:cubicBezTo>
                    <a:pt x="1824" y="2920"/>
                    <a:pt x="1094" y="3771"/>
                    <a:pt x="122" y="3923"/>
                  </a:cubicBezTo>
                  <a:lnTo>
                    <a:pt x="365" y="3923"/>
                  </a:lnTo>
                  <a:cubicBezTo>
                    <a:pt x="1459" y="3892"/>
                    <a:pt x="2310" y="2980"/>
                    <a:pt x="2280" y="1916"/>
                  </a:cubicBezTo>
                  <a:cubicBezTo>
                    <a:pt x="2250" y="841"/>
                    <a:pt x="1369" y="1"/>
                    <a:pt x="30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89"/>
            <p:cNvSpPr/>
            <p:nvPr/>
          </p:nvSpPr>
          <p:spPr>
            <a:xfrm rot="1799956">
              <a:off x="6168660" y="2322194"/>
              <a:ext cx="123062" cy="135945"/>
            </a:xfrm>
            <a:custGeom>
              <a:avLst/>
              <a:gdLst/>
              <a:ahLst/>
              <a:cxnLst/>
              <a:rect l="l" t="t" r="r" b="b"/>
              <a:pathLst>
                <a:path w="3496" h="3862" extrusionOk="0">
                  <a:moveTo>
                    <a:pt x="1723" y="0"/>
                  </a:moveTo>
                  <a:cubicBezTo>
                    <a:pt x="1706" y="0"/>
                    <a:pt x="1689" y="0"/>
                    <a:pt x="1672" y="1"/>
                  </a:cubicBezTo>
                  <a:cubicBezTo>
                    <a:pt x="730" y="31"/>
                    <a:pt x="0" y="913"/>
                    <a:pt x="31" y="1977"/>
                  </a:cubicBezTo>
                  <a:cubicBezTo>
                    <a:pt x="61" y="3022"/>
                    <a:pt x="824" y="3862"/>
                    <a:pt x="1745" y="3862"/>
                  </a:cubicBezTo>
                  <a:cubicBezTo>
                    <a:pt x="1761" y="3862"/>
                    <a:pt x="1777" y="3862"/>
                    <a:pt x="1794" y="3861"/>
                  </a:cubicBezTo>
                  <a:cubicBezTo>
                    <a:pt x="2736" y="3831"/>
                    <a:pt x="3496" y="2949"/>
                    <a:pt x="3465" y="1885"/>
                  </a:cubicBezTo>
                  <a:cubicBezTo>
                    <a:pt x="3436" y="840"/>
                    <a:pt x="2672" y="0"/>
                    <a:pt x="172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89"/>
            <p:cNvSpPr/>
            <p:nvPr/>
          </p:nvSpPr>
          <p:spPr>
            <a:xfrm rot="1799956">
              <a:off x="6333998" y="2166084"/>
              <a:ext cx="81349" cy="138093"/>
            </a:xfrm>
            <a:custGeom>
              <a:avLst/>
              <a:gdLst/>
              <a:ahLst/>
              <a:cxnLst/>
              <a:rect l="l" t="t" r="r" b="b"/>
              <a:pathLst>
                <a:path w="2311" h="3923" extrusionOk="0">
                  <a:moveTo>
                    <a:pt x="301" y="0"/>
                  </a:moveTo>
                  <a:cubicBezTo>
                    <a:pt x="282" y="0"/>
                    <a:pt x="263" y="1"/>
                    <a:pt x="244" y="1"/>
                  </a:cubicBezTo>
                  <a:cubicBezTo>
                    <a:pt x="183" y="1"/>
                    <a:pt x="92" y="1"/>
                    <a:pt x="1" y="32"/>
                  </a:cubicBezTo>
                  <a:cubicBezTo>
                    <a:pt x="973" y="123"/>
                    <a:pt x="1764" y="913"/>
                    <a:pt x="1794" y="1916"/>
                  </a:cubicBezTo>
                  <a:cubicBezTo>
                    <a:pt x="1824" y="2919"/>
                    <a:pt x="1095" y="3740"/>
                    <a:pt x="122" y="3892"/>
                  </a:cubicBezTo>
                  <a:cubicBezTo>
                    <a:pt x="213" y="3922"/>
                    <a:pt x="274" y="3922"/>
                    <a:pt x="365" y="3922"/>
                  </a:cubicBezTo>
                  <a:cubicBezTo>
                    <a:pt x="1460" y="3892"/>
                    <a:pt x="2311" y="2980"/>
                    <a:pt x="2280" y="1916"/>
                  </a:cubicBezTo>
                  <a:cubicBezTo>
                    <a:pt x="2250" y="841"/>
                    <a:pt x="1369" y="0"/>
                    <a:pt x="30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89"/>
            <p:cNvSpPr/>
            <p:nvPr/>
          </p:nvSpPr>
          <p:spPr>
            <a:xfrm rot="1799956">
              <a:off x="6280230" y="2148150"/>
              <a:ext cx="123097" cy="135981"/>
            </a:xfrm>
            <a:custGeom>
              <a:avLst/>
              <a:gdLst/>
              <a:ahLst/>
              <a:cxnLst/>
              <a:rect l="l" t="t" r="r" b="b"/>
              <a:pathLst>
                <a:path w="3497" h="3863" extrusionOk="0">
                  <a:moveTo>
                    <a:pt x="1754" y="1"/>
                  </a:moveTo>
                  <a:cubicBezTo>
                    <a:pt x="1737" y="1"/>
                    <a:pt x="1720" y="1"/>
                    <a:pt x="1703" y="2"/>
                  </a:cubicBezTo>
                  <a:cubicBezTo>
                    <a:pt x="730" y="2"/>
                    <a:pt x="1" y="913"/>
                    <a:pt x="31" y="1977"/>
                  </a:cubicBezTo>
                  <a:cubicBezTo>
                    <a:pt x="61" y="3023"/>
                    <a:pt x="825" y="3863"/>
                    <a:pt x="1745" y="3863"/>
                  </a:cubicBezTo>
                  <a:cubicBezTo>
                    <a:pt x="1762" y="3863"/>
                    <a:pt x="1778" y="3862"/>
                    <a:pt x="1794" y="3862"/>
                  </a:cubicBezTo>
                  <a:cubicBezTo>
                    <a:pt x="2767" y="3831"/>
                    <a:pt x="3496" y="2950"/>
                    <a:pt x="3466" y="1886"/>
                  </a:cubicBezTo>
                  <a:cubicBezTo>
                    <a:pt x="3436" y="812"/>
                    <a:pt x="2673" y="1"/>
                    <a:pt x="175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89"/>
            <p:cNvSpPr/>
            <p:nvPr/>
          </p:nvSpPr>
          <p:spPr>
            <a:xfrm rot="1799956">
              <a:off x="7043305" y="2079862"/>
              <a:ext cx="93106" cy="137705"/>
            </a:xfrm>
            <a:custGeom>
              <a:avLst/>
              <a:gdLst/>
              <a:ahLst/>
              <a:cxnLst/>
              <a:rect l="l" t="t" r="r" b="b"/>
              <a:pathLst>
                <a:path w="2645" h="3912" extrusionOk="0">
                  <a:moveTo>
                    <a:pt x="578" y="0"/>
                  </a:moveTo>
                  <a:cubicBezTo>
                    <a:pt x="1520" y="244"/>
                    <a:pt x="2128" y="1186"/>
                    <a:pt x="2007" y="2158"/>
                  </a:cubicBezTo>
                  <a:cubicBezTo>
                    <a:pt x="1858" y="3140"/>
                    <a:pt x="1010" y="3831"/>
                    <a:pt x="62" y="3831"/>
                  </a:cubicBezTo>
                  <a:cubicBezTo>
                    <a:pt x="41" y="3831"/>
                    <a:pt x="21" y="3831"/>
                    <a:pt x="0" y="3830"/>
                  </a:cubicBezTo>
                  <a:lnTo>
                    <a:pt x="0" y="3830"/>
                  </a:lnTo>
                  <a:cubicBezTo>
                    <a:pt x="92" y="3861"/>
                    <a:pt x="152" y="3891"/>
                    <a:pt x="244" y="3891"/>
                  </a:cubicBezTo>
                  <a:cubicBezTo>
                    <a:pt x="341" y="3904"/>
                    <a:pt x="437" y="3911"/>
                    <a:pt x="531" y="3911"/>
                  </a:cubicBezTo>
                  <a:cubicBezTo>
                    <a:pt x="1504" y="3911"/>
                    <a:pt x="2327" y="3219"/>
                    <a:pt x="2493" y="2250"/>
                  </a:cubicBezTo>
                  <a:cubicBezTo>
                    <a:pt x="2645" y="1155"/>
                    <a:pt x="1885" y="152"/>
                    <a:pt x="82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89"/>
            <p:cNvSpPr/>
            <p:nvPr/>
          </p:nvSpPr>
          <p:spPr>
            <a:xfrm rot="1799956">
              <a:off x="6993310" y="2060930"/>
              <a:ext cx="130595" cy="136192"/>
            </a:xfrm>
            <a:custGeom>
              <a:avLst/>
              <a:gdLst/>
              <a:ahLst/>
              <a:cxnLst/>
              <a:rect l="l" t="t" r="r" b="b"/>
              <a:pathLst>
                <a:path w="3710" h="3869" extrusionOk="0">
                  <a:moveTo>
                    <a:pt x="1918" y="0"/>
                  </a:moveTo>
                  <a:cubicBezTo>
                    <a:pt x="1066" y="0"/>
                    <a:pt x="292" y="719"/>
                    <a:pt x="153" y="1691"/>
                  </a:cubicBezTo>
                  <a:cubicBezTo>
                    <a:pt x="1" y="2755"/>
                    <a:pt x="639" y="3728"/>
                    <a:pt x="1581" y="3849"/>
                  </a:cubicBezTo>
                  <a:cubicBezTo>
                    <a:pt x="1662" y="3862"/>
                    <a:pt x="1743" y="3869"/>
                    <a:pt x="1822" y="3869"/>
                  </a:cubicBezTo>
                  <a:cubicBezTo>
                    <a:pt x="2670" y="3869"/>
                    <a:pt x="3418" y="3150"/>
                    <a:pt x="3557" y="2177"/>
                  </a:cubicBezTo>
                  <a:cubicBezTo>
                    <a:pt x="3709" y="1114"/>
                    <a:pt x="3101" y="141"/>
                    <a:pt x="2159" y="19"/>
                  </a:cubicBezTo>
                  <a:cubicBezTo>
                    <a:pt x="2078" y="6"/>
                    <a:pt x="1998" y="0"/>
                    <a:pt x="191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89"/>
            <p:cNvSpPr/>
            <p:nvPr/>
          </p:nvSpPr>
          <p:spPr>
            <a:xfrm rot="1799956">
              <a:off x="6578787" y="2060069"/>
              <a:ext cx="93106" cy="138761"/>
            </a:xfrm>
            <a:custGeom>
              <a:avLst/>
              <a:gdLst/>
              <a:ahLst/>
              <a:cxnLst/>
              <a:rect l="l" t="t" r="r" b="b"/>
              <a:pathLst>
                <a:path w="2645" h="3942" extrusionOk="0">
                  <a:moveTo>
                    <a:pt x="578" y="1"/>
                  </a:moveTo>
                  <a:cubicBezTo>
                    <a:pt x="1520" y="274"/>
                    <a:pt x="2128" y="1186"/>
                    <a:pt x="2006" y="2189"/>
                  </a:cubicBezTo>
                  <a:cubicBezTo>
                    <a:pt x="1854" y="3162"/>
                    <a:pt x="973" y="3861"/>
                    <a:pt x="0" y="3861"/>
                  </a:cubicBezTo>
                  <a:cubicBezTo>
                    <a:pt x="91" y="3861"/>
                    <a:pt x="152" y="3892"/>
                    <a:pt x="243" y="3922"/>
                  </a:cubicBezTo>
                  <a:cubicBezTo>
                    <a:pt x="337" y="3935"/>
                    <a:pt x="430" y="3941"/>
                    <a:pt x="522" y="3941"/>
                  </a:cubicBezTo>
                  <a:cubicBezTo>
                    <a:pt x="1499" y="3941"/>
                    <a:pt x="2326" y="3223"/>
                    <a:pt x="2493" y="2250"/>
                  </a:cubicBezTo>
                  <a:cubicBezTo>
                    <a:pt x="2645" y="1186"/>
                    <a:pt x="1885" y="183"/>
                    <a:pt x="821" y="31"/>
                  </a:cubicBezTo>
                  <a:cubicBezTo>
                    <a:pt x="730" y="1"/>
                    <a:pt x="669" y="1"/>
                    <a:pt x="57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89"/>
            <p:cNvSpPr/>
            <p:nvPr/>
          </p:nvSpPr>
          <p:spPr>
            <a:xfrm rot="1799956">
              <a:off x="6528794" y="2041340"/>
              <a:ext cx="130560" cy="136825"/>
            </a:xfrm>
            <a:custGeom>
              <a:avLst/>
              <a:gdLst/>
              <a:ahLst/>
              <a:cxnLst/>
              <a:rect l="l" t="t" r="r" b="b"/>
              <a:pathLst>
                <a:path w="3709" h="3887" extrusionOk="0">
                  <a:moveTo>
                    <a:pt x="1953" y="1"/>
                  </a:moveTo>
                  <a:cubicBezTo>
                    <a:pt x="1087" y="1"/>
                    <a:pt x="293" y="700"/>
                    <a:pt x="153" y="1686"/>
                  </a:cubicBezTo>
                  <a:cubicBezTo>
                    <a:pt x="1" y="2749"/>
                    <a:pt x="639" y="3722"/>
                    <a:pt x="1581" y="3874"/>
                  </a:cubicBezTo>
                  <a:cubicBezTo>
                    <a:pt x="1648" y="3883"/>
                    <a:pt x="1714" y="3887"/>
                    <a:pt x="1780" y="3887"/>
                  </a:cubicBezTo>
                  <a:cubicBezTo>
                    <a:pt x="2644" y="3887"/>
                    <a:pt x="3416" y="3163"/>
                    <a:pt x="3557" y="2202"/>
                  </a:cubicBezTo>
                  <a:cubicBezTo>
                    <a:pt x="3709" y="1139"/>
                    <a:pt x="3101" y="166"/>
                    <a:pt x="2159" y="14"/>
                  </a:cubicBezTo>
                  <a:cubicBezTo>
                    <a:pt x="2090" y="5"/>
                    <a:pt x="2021" y="1"/>
                    <a:pt x="195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89"/>
            <p:cNvSpPr/>
            <p:nvPr/>
          </p:nvSpPr>
          <p:spPr>
            <a:xfrm rot="1799956">
              <a:off x="6345570" y="1648704"/>
              <a:ext cx="93106" cy="138726"/>
            </a:xfrm>
            <a:custGeom>
              <a:avLst/>
              <a:gdLst/>
              <a:ahLst/>
              <a:cxnLst/>
              <a:rect l="l" t="t" r="r" b="b"/>
              <a:pathLst>
                <a:path w="2645" h="3941" extrusionOk="0">
                  <a:moveTo>
                    <a:pt x="578" y="0"/>
                  </a:moveTo>
                  <a:cubicBezTo>
                    <a:pt x="1520" y="274"/>
                    <a:pt x="2128" y="1186"/>
                    <a:pt x="2007" y="2189"/>
                  </a:cubicBezTo>
                  <a:cubicBezTo>
                    <a:pt x="1855" y="3161"/>
                    <a:pt x="1003" y="3861"/>
                    <a:pt x="0" y="3861"/>
                  </a:cubicBezTo>
                  <a:cubicBezTo>
                    <a:pt x="92" y="3861"/>
                    <a:pt x="183" y="3891"/>
                    <a:pt x="244" y="3921"/>
                  </a:cubicBezTo>
                  <a:cubicBezTo>
                    <a:pt x="337" y="3934"/>
                    <a:pt x="430" y="3941"/>
                    <a:pt x="522" y="3941"/>
                  </a:cubicBezTo>
                  <a:cubicBezTo>
                    <a:pt x="1499" y="3941"/>
                    <a:pt x="2326" y="3222"/>
                    <a:pt x="2493" y="2250"/>
                  </a:cubicBezTo>
                  <a:cubicBezTo>
                    <a:pt x="2645" y="1186"/>
                    <a:pt x="1885" y="183"/>
                    <a:pt x="821" y="31"/>
                  </a:cubicBezTo>
                  <a:cubicBezTo>
                    <a:pt x="730" y="0"/>
                    <a:pt x="669" y="0"/>
                    <a:pt x="57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89"/>
            <p:cNvSpPr/>
            <p:nvPr/>
          </p:nvSpPr>
          <p:spPr>
            <a:xfrm rot="1799956">
              <a:off x="6295495" y="1630245"/>
              <a:ext cx="131651" cy="136825"/>
            </a:xfrm>
            <a:custGeom>
              <a:avLst/>
              <a:gdLst/>
              <a:ahLst/>
              <a:cxnLst/>
              <a:rect l="l" t="t" r="r" b="b"/>
              <a:pathLst>
                <a:path w="3740" h="3887" extrusionOk="0">
                  <a:moveTo>
                    <a:pt x="1954" y="0"/>
                  </a:moveTo>
                  <a:cubicBezTo>
                    <a:pt x="1092" y="0"/>
                    <a:pt x="324" y="699"/>
                    <a:pt x="183" y="1685"/>
                  </a:cubicBezTo>
                  <a:cubicBezTo>
                    <a:pt x="1" y="2749"/>
                    <a:pt x="639" y="3722"/>
                    <a:pt x="1581" y="3874"/>
                  </a:cubicBezTo>
                  <a:cubicBezTo>
                    <a:pt x="1648" y="3882"/>
                    <a:pt x="1714" y="3886"/>
                    <a:pt x="1780" y="3886"/>
                  </a:cubicBezTo>
                  <a:cubicBezTo>
                    <a:pt x="2649" y="3886"/>
                    <a:pt x="3446" y="3162"/>
                    <a:pt x="3588" y="2202"/>
                  </a:cubicBezTo>
                  <a:cubicBezTo>
                    <a:pt x="3739" y="1138"/>
                    <a:pt x="3101" y="165"/>
                    <a:pt x="2159" y="13"/>
                  </a:cubicBezTo>
                  <a:cubicBezTo>
                    <a:pt x="2090" y="4"/>
                    <a:pt x="2022" y="0"/>
                    <a:pt x="195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89"/>
            <p:cNvSpPr/>
            <p:nvPr/>
          </p:nvSpPr>
          <p:spPr>
            <a:xfrm rot="1799956">
              <a:off x="6698617" y="1852529"/>
              <a:ext cx="93106" cy="138726"/>
            </a:xfrm>
            <a:custGeom>
              <a:avLst/>
              <a:gdLst/>
              <a:ahLst/>
              <a:cxnLst/>
              <a:rect l="l" t="t" r="r" b="b"/>
              <a:pathLst>
                <a:path w="2645" h="3941" extrusionOk="0">
                  <a:moveTo>
                    <a:pt x="578" y="0"/>
                  </a:moveTo>
                  <a:cubicBezTo>
                    <a:pt x="1520" y="274"/>
                    <a:pt x="2128" y="1186"/>
                    <a:pt x="2006" y="2189"/>
                  </a:cubicBezTo>
                  <a:cubicBezTo>
                    <a:pt x="1854" y="3161"/>
                    <a:pt x="973" y="3861"/>
                    <a:pt x="0" y="3861"/>
                  </a:cubicBezTo>
                  <a:cubicBezTo>
                    <a:pt x="91" y="3861"/>
                    <a:pt x="152" y="3891"/>
                    <a:pt x="243" y="3921"/>
                  </a:cubicBezTo>
                  <a:cubicBezTo>
                    <a:pt x="337" y="3934"/>
                    <a:pt x="430" y="3941"/>
                    <a:pt x="522" y="3941"/>
                  </a:cubicBezTo>
                  <a:cubicBezTo>
                    <a:pt x="1499" y="3941"/>
                    <a:pt x="2326" y="3222"/>
                    <a:pt x="2493" y="2250"/>
                  </a:cubicBezTo>
                  <a:cubicBezTo>
                    <a:pt x="2645" y="1186"/>
                    <a:pt x="1885" y="183"/>
                    <a:pt x="821" y="31"/>
                  </a:cubicBezTo>
                  <a:cubicBezTo>
                    <a:pt x="730" y="0"/>
                    <a:pt x="669" y="0"/>
                    <a:pt x="57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89"/>
            <p:cNvSpPr/>
            <p:nvPr/>
          </p:nvSpPr>
          <p:spPr>
            <a:xfrm rot="1799956">
              <a:off x="6648542" y="1834071"/>
              <a:ext cx="131651" cy="136825"/>
            </a:xfrm>
            <a:custGeom>
              <a:avLst/>
              <a:gdLst/>
              <a:ahLst/>
              <a:cxnLst/>
              <a:rect l="l" t="t" r="r" b="b"/>
              <a:pathLst>
                <a:path w="3740" h="3887" extrusionOk="0">
                  <a:moveTo>
                    <a:pt x="1953" y="0"/>
                  </a:moveTo>
                  <a:cubicBezTo>
                    <a:pt x="1087" y="0"/>
                    <a:pt x="293" y="699"/>
                    <a:pt x="153" y="1685"/>
                  </a:cubicBezTo>
                  <a:cubicBezTo>
                    <a:pt x="1" y="2749"/>
                    <a:pt x="639" y="3722"/>
                    <a:pt x="1581" y="3874"/>
                  </a:cubicBezTo>
                  <a:cubicBezTo>
                    <a:pt x="1648" y="3882"/>
                    <a:pt x="1714" y="3886"/>
                    <a:pt x="1780" y="3886"/>
                  </a:cubicBezTo>
                  <a:cubicBezTo>
                    <a:pt x="2644" y="3886"/>
                    <a:pt x="3416" y="3162"/>
                    <a:pt x="3557" y="2202"/>
                  </a:cubicBezTo>
                  <a:cubicBezTo>
                    <a:pt x="3739" y="1138"/>
                    <a:pt x="3101" y="165"/>
                    <a:pt x="2159" y="13"/>
                  </a:cubicBezTo>
                  <a:cubicBezTo>
                    <a:pt x="2090" y="4"/>
                    <a:pt x="2021" y="0"/>
                    <a:pt x="195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89"/>
            <p:cNvSpPr/>
            <p:nvPr/>
          </p:nvSpPr>
          <p:spPr>
            <a:xfrm rot="1799956">
              <a:off x="6773797" y="2671255"/>
              <a:ext cx="122006" cy="135945"/>
            </a:xfrm>
            <a:custGeom>
              <a:avLst/>
              <a:gdLst/>
              <a:ahLst/>
              <a:cxnLst/>
              <a:rect l="l" t="t" r="r" b="b"/>
              <a:pathLst>
                <a:path w="3466" h="3862" extrusionOk="0">
                  <a:moveTo>
                    <a:pt x="1733" y="1"/>
                  </a:moveTo>
                  <a:cubicBezTo>
                    <a:pt x="791" y="1"/>
                    <a:pt x="1" y="852"/>
                    <a:pt x="1" y="1946"/>
                  </a:cubicBezTo>
                  <a:cubicBezTo>
                    <a:pt x="1" y="3010"/>
                    <a:pt x="791" y="3861"/>
                    <a:pt x="1733" y="3861"/>
                  </a:cubicBezTo>
                  <a:cubicBezTo>
                    <a:pt x="2675" y="3861"/>
                    <a:pt x="3466" y="3010"/>
                    <a:pt x="3466" y="1946"/>
                  </a:cubicBezTo>
                  <a:cubicBezTo>
                    <a:pt x="3466" y="852"/>
                    <a:pt x="2675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89"/>
            <p:cNvSpPr/>
            <p:nvPr/>
          </p:nvSpPr>
          <p:spPr>
            <a:xfrm rot="1799956">
              <a:off x="6979385" y="2333920"/>
              <a:ext cx="78146" cy="138057"/>
            </a:xfrm>
            <a:custGeom>
              <a:avLst/>
              <a:gdLst/>
              <a:ahLst/>
              <a:cxnLst/>
              <a:rect l="l" t="t" r="r" b="b"/>
              <a:pathLst>
                <a:path w="2220" h="3922" extrusionOk="0">
                  <a:moveTo>
                    <a:pt x="0" y="1"/>
                  </a:moveTo>
                  <a:cubicBezTo>
                    <a:pt x="973" y="123"/>
                    <a:pt x="1733" y="943"/>
                    <a:pt x="1733" y="1946"/>
                  </a:cubicBezTo>
                  <a:cubicBezTo>
                    <a:pt x="1733" y="2949"/>
                    <a:pt x="973" y="3770"/>
                    <a:pt x="0" y="3892"/>
                  </a:cubicBezTo>
                  <a:cubicBezTo>
                    <a:pt x="92" y="3922"/>
                    <a:pt x="183" y="3922"/>
                    <a:pt x="244" y="3922"/>
                  </a:cubicBezTo>
                  <a:cubicBezTo>
                    <a:pt x="1338" y="3922"/>
                    <a:pt x="2219" y="3040"/>
                    <a:pt x="2219" y="1946"/>
                  </a:cubicBezTo>
                  <a:cubicBezTo>
                    <a:pt x="2219" y="882"/>
                    <a:pt x="1338" y="1"/>
                    <a:pt x="24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89"/>
            <p:cNvSpPr/>
            <p:nvPr/>
          </p:nvSpPr>
          <p:spPr>
            <a:xfrm rot="1799956">
              <a:off x="6829301" y="2689664"/>
              <a:ext cx="78146" cy="139114"/>
            </a:xfrm>
            <a:custGeom>
              <a:avLst/>
              <a:gdLst/>
              <a:ahLst/>
              <a:cxnLst/>
              <a:rect l="l" t="t" r="r" b="b"/>
              <a:pathLst>
                <a:path w="2220" h="3952" extrusionOk="0">
                  <a:moveTo>
                    <a:pt x="243" y="1"/>
                  </a:moveTo>
                  <a:cubicBezTo>
                    <a:pt x="152" y="1"/>
                    <a:pt x="91" y="31"/>
                    <a:pt x="0" y="31"/>
                  </a:cubicBezTo>
                  <a:cubicBezTo>
                    <a:pt x="973" y="153"/>
                    <a:pt x="1733" y="973"/>
                    <a:pt x="1733" y="1976"/>
                  </a:cubicBezTo>
                  <a:cubicBezTo>
                    <a:pt x="1733" y="2979"/>
                    <a:pt x="973" y="3800"/>
                    <a:pt x="0" y="3922"/>
                  </a:cubicBezTo>
                  <a:cubicBezTo>
                    <a:pt x="91" y="3922"/>
                    <a:pt x="152" y="3952"/>
                    <a:pt x="243" y="3952"/>
                  </a:cubicBezTo>
                  <a:cubicBezTo>
                    <a:pt x="1338" y="3952"/>
                    <a:pt x="2219" y="3070"/>
                    <a:pt x="2219" y="1976"/>
                  </a:cubicBezTo>
                  <a:cubicBezTo>
                    <a:pt x="2219" y="882"/>
                    <a:pt x="1338" y="1"/>
                    <a:pt x="24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89"/>
            <p:cNvSpPr/>
            <p:nvPr/>
          </p:nvSpPr>
          <p:spPr>
            <a:xfrm rot="1799956">
              <a:off x="6823445" y="1643404"/>
              <a:ext cx="93106" cy="138726"/>
            </a:xfrm>
            <a:custGeom>
              <a:avLst/>
              <a:gdLst/>
              <a:ahLst/>
              <a:cxnLst/>
              <a:rect l="l" t="t" r="r" b="b"/>
              <a:pathLst>
                <a:path w="2645" h="3941" extrusionOk="0">
                  <a:moveTo>
                    <a:pt x="578" y="0"/>
                  </a:moveTo>
                  <a:cubicBezTo>
                    <a:pt x="1520" y="274"/>
                    <a:pt x="2128" y="1186"/>
                    <a:pt x="2007" y="2189"/>
                  </a:cubicBezTo>
                  <a:cubicBezTo>
                    <a:pt x="1855" y="3161"/>
                    <a:pt x="1003" y="3861"/>
                    <a:pt x="0" y="3861"/>
                  </a:cubicBezTo>
                  <a:cubicBezTo>
                    <a:pt x="92" y="3861"/>
                    <a:pt x="183" y="3891"/>
                    <a:pt x="244" y="3921"/>
                  </a:cubicBezTo>
                  <a:cubicBezTo>
                    <a:pt x="337" y="3934"/>
                    <a:pt x="430" y="3941"/>
                    <a:pt x="522" y="3941"/>
                  </a:cubicBezTo>
                  <a:cubicBezTo>
                    <a:pt x="1499" y="3941"/>
                    <a:pt x="2326" y="3222"/>
                    <a:pt x="2493" y="2250"/>
                  </a:cubicBezTo>
                  <a:cubicBezTo>
                    <a:pt x="2645" y="1186"/>
                    <a:pt x="1885" y="183"/>
                    <a:pt x="821" y="31"/>
                  </a:cubicBezTo>
                  <a:cubicBezTo>
                    <a:pt x="730" y="0"/>
                    <a:pt x="669" y="0"/>
                    <a:pt x="57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89"/>
            <p:cNvSpPr/>
            <p:nvPr/>
          </p:nvSpPr>
          <p:spPr>
            <a:xfrm rot="1799956">
              <a:off x="6773370" y="1624945"/>
              <a:ext cx="131651" cy="136825"/>
            </a:xfrm>
            <a:custGeom>
              <a:avLst/>
              <a:gdLst/>
              <a:ahLst/>
              <a:cxnLst/>
              <a:rect l="l" t="t" r="r" b="b"/>
              <a:pathLst>
                <a:path w="3740" h="3887" extrusionOk="0">
                  <a:moveTo>
                    <a:pt x="1954" y="0"/>
                  </a:moveTo>
                  <a:cubicBezTo>
                    <a:pt x="1092" y="0"/>
                    <a:pt x="324" y="699"/>
                    <a:pt x="183" y="1685"/>
                  </a:cubicBezTo>
                  <a:cubicBezTo>
                    <a:pt x="1" y="2749"/>
                    <a:pt x="639" y="3722"/>
                    <a:pt x="1581" y="3874"/>
                  </a:cubicBezTo>
                  <a:cubicBezTo>
                    <a:pt x="1648" y="3882"/>
                    <a:pt x="1714" y="3886"/>
                    <a:pt x="1780" y="3886"/>
                  </a:cubicBezTo>
                  <a:cubicBezTo>
                    <a:pt x="2649" y="3886"/>
                    <a:pt x="3446" y="3162"/>
                    <a:pt x="3588" y="2202"/>
                  </a:cubicBezTo>
                  <a:cubicBezTo>
                    <a:pt x="3739" y="1138"/>
                    <a:pt x="3101" y="165"/>
                    <a:pt x="2159" y="13"/>
                  </a:cubicBezTo>
                  <a:cubicBezTo>
                    <a:pt x="2090" y="4"/>
                    <a:pt x="2022" y="0"/>
                    <a:pt x="195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5" name="Google Shape;2105;p89"/>
          <p:cNvSpPr txBox="1"/>
          <p:nvPr/>
        </p:nvSpPr>
        <p:spPr>
          <a:xfrm>
            <a:off x="259637" y="629943"/>
            <a:ext cx="9432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02733"/>
                </a:solidFill>
                <a:latin typeface="Lilita One"/>
                <a:ea typeface="Lilita One"/>
                <a:cs typeface="Lilita One"/>
                <a:sym typeface="Lilita One"/>
              </a:rPr>
              <a:t>Roll the Dice</a:t>
            </a:r>
            <a:endParaRPr sz="1000">
              <a:solidFill>
                <a:srgbClr val="802733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7F8435-30E5-B0D0-155D-EDCA350C8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04" y="2041961"/>
            <a:ext cx="2827265" cy="365792"/>
          </a:xfrm>
          <a:prstGeom prst="rect">
            <a:avLst/>
          </a:prstGeom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47FCE9-4C16-01C9-8D83-80F47CD5B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211" y="1853648"/>
            <a:ext cx="2827265" cy="8304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C2D3CB-02E7-BE03-8790-0989166E40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120" y="3661194"/>
            <a:ext cx="2651206" cy="32992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B8A7669-BADC-1AA8-65C9-16D19E061964}"/>
              </a:ext>
            </a:extLst>
          </p:cNvPr>
          <p:cNvSpPr txBox="1"/>
          <p:nvPr/>
        </p:nvSpPr>
        <p:spPr>
          <a:xfrm>
            <a:off x="2375246" y="168799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sz="4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lita One"/>
                <a:sym typeface="Lilita One"/>
              </a:rPr>
              <a:t>Sample output:</a:t>
            </a:r>
            <a:endParaRPr lang="en-GB" dirty="0"/>
          </a:p>
        </p:txBody>
      </p:sp>
      <p:pic>
        <p:nvPicPr>
          <p:cNvPr id="4098" name="Picture 2" descr="Egypt University of Informatics - EUI | Cairo">
            <a:extLst>
              <a:ext uri="{FF2B5EF4-FFF2-40B4-BE49-F238E27FC236}">
                <a16:creationId xmlns:a16="http://schemas.microsoft.com/office/drawing/2014/main" id="{985E9C07-4806-5B5F-43F1-58F32BEC9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78" t="6387" r="16967" b="5682"/>
          <a:stretch>
            <a:fillRect/>
          </a:stretch>
        </p:blipFill>
        <p:spPr bwMode="auto">
          <a:xfrm>
            <a:off x="8464825" y="-5722"/>
            <a:ext cx="676642" cy="934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82"/>
          <p:cNvSpPr txBox="1">
            <a:spLocks noGrp="1"/>
          </p:cNvSpPr>
          <p:nvPr>
            <p:ph type="title"/>
          </p:nvPr>
        </p:nvSpPr>
        <p:spPr>
          <a:xfrm>
            <a:off x="2190373" y="491475"/>
            <a:ext cx="4045200" cy="51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Manual Random </a:t>
            </a:r>
            <a:br>
              <a:rPr lang="en-US" dirty="0"/>
            </a:br>
            <a:r>
              <a:rPr lang="en-US" dirty="0"/>
              <a:t>Function </a:t>
            </a:r>
            <a:endParaRPr dirty="0"/>
          </a:p>
        </p:txBody>
      </p:sp>
      <p:sp>
        <p:nvSpPr>
          <p:cNvPr id="1362" name="Google Shape;1362;p82"/>
          <p:cNvSpPr txBox="1">
            <a:spLocks noGrp="1"/>
          </p:cNvSpPr>
          <p:nvPr>
            <p:ph type="subTitle" idx="1"/>
          </p:nvPr>
        </p:nvSpPr>
        <p:spPr>
          <a:xfrm>
            <a:off x="207604" y="1528275"/>
            <a:ext cx="6154149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sz="2400" dirty="0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LCG (Linear Congruential Generator) formula used is:</a:t>
            </a:r>
          </a:p>
          <a:p>
            <a:pPr marL="0" lvl="0" indent="0" algn="l"/>
            <a:r>
              <a:rPr lang="en-US" sz="2400" dirty="0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Roll = ((Roll × 1103515245) +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numOfDice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highlight>
                  <a:srgbClr val="C0C0C0"/>
                </a:highligh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 mod 6 + 1</a:t>
            </a:r>
            <a:endParaRPr sz="2400" dirty="0">
              <a:solidFill>
                <a:schemeClr val="accent2">
                  <a:lumMod val="75000"/>
                </a:schemeClr>
              </a:solidFill>
              <a:highlight>
                <a:srgbClr val="C0C0C0"/>
              </a:highligh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363" name="Google Shape;1363;p82"/>
          <p:cNvSpPr/>
          <p:nvPr/>
        </p:nvSpPr>
        <p:spPr>
          <a:xfrm>
            <a:off x="2877038" y="4334500"/>
            <a:ext cx="495375" cy="437025"/>
          </a:xfrm>
          <a:custGeom>
            <a:avLst/>
            <a:gdLst/>
            <a:ahLst/>
            <a:cxnLst/>
            <a:rect l="l" t="t" r="r" b="b"/>
            <a:pathLst>
              <a:path w="19815" h="17481" extrusionOk="0">
                <a:moveTo>
                  <a:pt x="9896" y="1"/>
                </a:moveTo>
                <a:cubicBezTo>
                  <a:pt x="8810" y="1"/>
                  <a:pt x="7706" y="204"/>
                  <a:pt x="6638" y="635"/>
                </a:cubicBezTo>
                <a:cubicBezTo>
                  <a:pt x="2168" y="2436"/>
                  <a:pt x="0" y="7540"/>
                  <a:pt x="1835" y="12009"/>
                </a:cubicBezTo>
                <a:cubicBezTo>
                  <a:pt x="3206" y="15412"/>
                  <a:pt x="6470" y="17480"/>
                  <a:pt x="9923" y="17480"/>
                </a:cubicBezTo>
                <a:cubicBezTo>
                  <a:pt x="11006" y="17480"/>
                  <a:pt x="12108" y="17277"/>
                  <a:pt x="13176" y="16846"/>
                </a:cubicBezTo>
                <a:cubicBezTo>
                  <a:pt x="17646" y="15012"/>
                  <a:pt x="19814" y="9941"/>
                  <a:pt x="18013" y="5471"/>
                </a:cubicBezTo>
                <a:cubicBezTo>
                  <a:pt x="16642" y="2069"/>
                  <a:pt x="13358" y="1"/>
                  <a:pt x="9896" y="1"/>
                </a:cubicBezTo>
                <a:close/>
              </a:path>
            </a:pathLst>
          </a:custGeom>
          <a:solidFill>
            <a:srgbClr val="5A820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" name="Google Shape;1364;p82"/>
          <p:cNvSpPr/>
          <p:nvPr/>
        </p:nvSpPr>
        <p:spPr>
          <a:xfrm>
            <a:off x="2882038" y="4276125"/>
            <a:ext cx="35875" cy="391150"/>
          </a:xfrm>
          <a:custGeom>
            <a:avLst/>
            <a:gdLst/>
            <a:ahLst/>
            <a:cxnLst/>
            <a:rect l="l" t="t" r="r" b="b"/>
            <a:pathLst>
              <a:path w="1435" h="15646" extrusionOk="0">
                <a:moveTo>
                  <a:pt x="0" y="1"/>
                </a:moveTo>
                <a:lnTo>
                  <a:pt x="0" y="15645"/>
                </a:lnTo>
                <a:lnTo>
                  <a:pt x="1435" y="15645"/>
                </a:lnTo>
                <a:lnTo>
                  <a:pt x="1435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5" name="Google Shape;1365;p82"/>
          <p:cNvSpPr/>
          <p:nvPr/>
        </p:nvSpPr>
        <p:spPr>
          <a:xfrm>
            <a:off x="5770786" y="3063600"/>
            <a:ext cx="772235" cy="240556"/>
          </a:xfrm>
          <a:custGeom>
            <a:avLst/>
            <a:gdLst/>
            <a:ahLst/>
            <a:cxnLst/>
            <a:rect l="l" t="t" r="r" b="b"/>
            <a:pathLst>
              <a:path w="16279" h="5071" extrusionOk="0">
                <a:moveTo>
                  <a:pt x="8673" y="0"/>
                </a:moveTo>
                <a:cubicBezTo>
                  <a:pt x="7139" y="0"/>
                  <a:pt x="5804" y="934"/>
                  <a:pt x="5237" y="2235"/>
                </a:cubicBezTo>
                <a:cubicBezTo>
                  <a:pt x="4670" y="1735"/>
                  <a:pt x="3936" y="1435"/>
                  <a:pt x="3136" y="1435"/>
                </a:cubicBezTo>
                <a:cubicBezTo>
                  <a:pt x="1401" y="1435"/>
                  <a:pt x="0" y="2836"/>
                  <a:pt x="0" y="4570"/>
                </a:cubicBezTo>
                <a:cubicBezTo>
                  <a:pt x="0" y="4737"/>
                  <a:pt x="0" y="4904"/>
                  <a:pt x="34" y="5071"/>
                </a:cubicBezTo>
                <a:lnTo>
                  <a:pt x="16279" y="5071"/>
                </a:lnTo>
                <a:cubicBezTo>
                  <a:pt x="15978" y="3970"/>
                  <a:pt x="14978" y="3136"/>
                  <a:pt x="13810" y="3136"/>
                </a:cubicBezTo>
                <a:cubicBezTo>
                  <a:pt x="13310" y="3136"/>
                  <a:pt x="12843" y="3269"/>
                  <a:pt x="12443" y="3536"/>
                </a:cubicBezTo>
                <a:cubicBezTo>
                  <a:pt x="12309" y="1568"/>
                  <a:pt x="10675" y="0"/>
                  <a:pt x="8673" y="0"/>
                </a:cubicBezTo>
                <a:close/>
              </a:path>
            </a:pathLst>
          </a:custGeom>
          <a:solidFill>
            <a:srgbClr val="E0CF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6" name="Google Shape;1366;p82"/>
          <p:cNvSpPr/>
          <p:nvPr/>
        </p:nvSpPr>
        <p:spPr>
          <a:xfrm>
            <a:off x="1647542" y="3228200"/>
            <a:ext cx="1402965" cy="437019"/>
          </a:xfrm>
          <a:custGeom>
            <a:avLst/>
            <a:gdLst/>
            <a:ahLst/>
            <a:cxnLst/>
            <a:rect l="l" t="t" r="r" b="b"/>
            <a:pathLst>
              <a:path w="16279" h="5071" extrusionOk="0">
                <a:moveTo>
                  <a:pt x="8674" y="1"/>
                </a:moveTo>
                <a:cubicBezTo>
                  <a:pt x="7139" y="1"/>
                  <a:pt x="5805" y="935"/>
                  <a:pt x="5238" y="2236"/>
                </a:cubicBezTo>
                <a:cubicBezTo>
                  <a:pt x="4671" y="1735"/>
                  <a:pt x="3937" y="1435"/>
                  <a:pt x="3136" y="1435"/>
                </a:cubicBezTo>
                <a:cubicBezTo>
                  <a:pt x="1402" y="1435"/>
                  <a:pt x="1" y="2836"/>
                  <a:pt x="1" y="4571"/>
                </a:cubicBezTo>
                <a:cubicBezTo>
                  <a:pt x="1" y="4737"/>
                  <a:pt x="1" y="4904"/>
                  <a:pt x="34" y="5038"/>
                </a:cubicBezTo>
                <a:lnTo>
                  <a:pt x="34" y="5071"/>
                </a:lnTo>
                <a:lnTo>
                  <a:pt x="16279" y="5071"/>
                </a:lnTo>
                <a:cubicBezTo>
                  <a:pt x="15979" y="3970"/>
                  <a:pt x="14978" y="3136"/>
                  <a:pt x="13811" y="3136"/>
                </a:cubicBezTo>
                <a:cubicBezTo>
                  <a:pt x="13310" y="3136"/>
                  <a:pt x="12843" y="3270"/>
                  <a:pt x="12443" y="3536"/>
                </a:cubicBezTo>
                <a:cubicBezTo>
                  <a:pt x="12309" y="1568"/>
                  <a:pt x="10675" y="1"/>
                  <a:pt x="8674" y="1"/>
                </a:cubicBezTo>
                <a:close/>
              </a:path>
            </a:pathLst>
          </a:custGeom>
          <a:solidFill>
            <a:srgbClr val="E0CF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7" name="Google Shape;1367;p82"/>
          <p:cNvSpPr/>
          <p:nvPr/>
        </p:nvSpPr>
        <p:spPr>
          <a:xfrm>
            <a:off x="4573238" y="3062100"/>
            <a:ext cx="205175" cy="154450"/>
          </a:xfrm>
          <a:custGeom>
            <a:avLst/>
            <a:gdLst/>
            <a:ahLst/>
            <a:cxnLst/>
            <a:rect l="l" t="t" r="r" b="b"/>
            <a:pathLst>
              <a:path w="8207" h="6178" extrusionOk="0">
                <a:moveTo>
                  <a:pt x="1735" y="1"/>
                </a:moveTo>
                <a:cubicBezTo>
                  <a:pt x="1157" y="1"/>
                  <a:pt x="579" y="187"/>
                  <a:pt x="0" y="694"/>
                </a:cubicBezTo>
                <a:lnTo>
                  <a:pt x="0" y="5498"/>
                </a:lnTo>
                <a:cubicBezTo>
                  <a:pt x="582" y="4987"/>
                  <a:pt x="1163" y="4801"/>
                  <a:pt x="1744" y="4801"/>
                </a:cubicBezTo>
                <a:cubicBezTo>
                  <a:pt x="3323" y="4801"/>
                  <a:pt x="4903" y="6178"/>
                  <a:pt x="6482" y="6178"/>
                </a:cubicBezTo>
                <a:cubicBezTo>
                  <a:pt x="7057" y="6178"/>
                  <a:pt x="7631" y="5995"/>
                  <a:pt x="8206" y="5498"/>
                </a:cubicBezTo>
                <a:lnTo>
                  <a:pt x="8206" y="694"/>
                </a:lnTo>
                <a:cubicBezTo>
                  <a:pt x="7628" y="1202"/>
                  <a:pt x="7050" y="1388"/>
                  <a:pt x="6472" y="1388"/>
                </a:cubicBezTo>
                <a:cubicBezTo>
                  <a:pt x="4893" y="1388"/>
                  <a:pt x="3314" y="1"/>
                  <a:pt x="1735" y="1"/>
                </a:cubicBezTo>
                <a:close/>
              </a:path>
            </a:pathLst>
          </a:custGeom>
          <a:solidFill>
            <a:srgbClr val="8027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8" name="Google Shape;1368;p82"/>
          <p:cNvSpPr/>
          <p:nvPr/>
        </p:nvSpPr>
        <p:spPr>
          <a:xfrm>
            <a:off x="4566563" y="3077775"/>
            <a:ext cx="10875" cy="222675"/>
          </a:xfrm>
          <a:custGeom>
            <a:avLst/>
            <a:gdLst/>
            <a:ahLst/>
            <a:cxnLst/>
            <a:rect l="l" t="t" r="r" b="b"/>
            <a:pathLst>
              <a:path w="435" h="8907" extrusionOk="0">
                <a:moveTo>
                  <a:pt x="1" y="1"/>
                </a:moveTo>
                <a:lnTo>
                  <a:pt x="1" y="8907"/>
                </a:lnTo>
                <a:lnTo>
                  <a:pt x="434" y="8907"/>
                </a:lnTo>
                <a:lnTo>
                  <a:pt x="434" y="1"/>
                </a:lnTo>
                <a:close/>
              </a:path>
            </a:pathLst>
          </a:custGeom>
          <a:solidFill>
            <a:srgbClr val="5D5D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9" name="Google Shape;1369;p82"/>
          <p:cNvSpPr/>
          <p:nvPr/>
        </p:nvSpPr>
        <p:spPr>
          <a:xfrm>
            <a:off x="4923488" y="3747425"/>
            <a:ext cx="954875" cy="895675"/>
          </a:xfrm>
          <a:custGeom>
            <a:avLst/>
            <a:gdLst/>
            <a:ahLst/>
            <a:cxnLst/>
            <a:rect l="l" t="t" r="r" b="b"/>
            <a:pathLst>
              <a:path w="38195" h="35827" extrusionOk="0">
                <a:moveTo>
                  <a:pt x="0" y="0"/>
                </a:moveTo>
                <a:lnTo>
                  <a:pt x="0" y="35826"/>
                </a:lnTo>
                <a:lnTo>
                  <a:pt x="38194" y="35826"/>
                </a:lnTo>
                <a:lnTo>
                  <a:pt x="38194" y="0"/>
                </a:lnTo>
                <a:close/>
              </a:path>
            </a:pathLst>
          </a:custGeom>
          <a:solidFill>
            <a:srgbClr val="F3B9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0" name="Google Shape;1370;p82"/>
          <p:cNvSpPr/>
          <p:nvPr/>
        </p:nvSpPr>
        <p:spPr>
          <a:xfrm>
            <a:off x="5685688" y="3880025"/>
            <a:ext cx="111775" cy="159300"/>
          </a:xfrm>
          <a:custGeom>
            <a:avLst/>
            <a:gdLst/>
            <a:ahLst/>
            <a:cxnLst/>
            <a:rect l="l" t="t" r="r" b="b"/>
            <a:pathLst>
              <a:path w="4471" h="6372" extrusionOk="0">
                <a:moveTo>
                  <a:pt x="1" y="0"/>
                </a:moveTo>
                <a:lnTo>
                  <a:pt x="1" y="6371"/>
                </a:lnTo>
                <a:lnTo>
                  <a:pt x="4471" y="6371"/>
                </a:lnTo>
                <a:lnTo>
                  <a:pt x="4471" y="0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p82"/>
          <p:cNvSpPr/>
          <p:nvPr/>
        </p:nvSpPr>
        <p:spPr>
          <a:xfrm>
            <a:off x="5675688" y="3870000"/>
            <a:ext cx="131800" cy="178500"/>
          </a:xfrm>
          <a:custGeom>
            <a:avLst/>
            <a:gdLst/>
            <a:ahLst/>
            <a:cxnLst/>
            <a:rect l="l" t="t" r="r" b="b"/>
            <a:pathLst>
              <a:path w="5272" h="7140" extrusionOk="0">
                <a:moveTo>
                  <a:pt x="334" y="1"/>
                </a:moveTo>
                <a:cubicBezTo>
                  <a:pt x="167" y="1"/>
                  <a:pt x="1" y="168"/>
                  <a:pt x="1" y="334"/>
                </a:cubicBezTo>
                <a:lnTo>
                  <a:pt x="1" y="6839"/>
                </a:lnTo>
                <a:cubicBezTo>
                  <a:pt x="1" y="7006"/>
                  <a:pt x="167" y="7139"/>
                  <a:pt x="334" y="7139"/>
                </a:cubicBezTo>
                <a:lnTo>
                  <a:pt x="4937" y="7139"/>
                </a:lnTo>
                <a:cubicBezTo>
                  <a:pt x="5138" y="7139"/>
                  <a:pt x="5271" y="7006"/>
                  <a:pt x="5271" y="6839"/>
                </a:cubicBezTo>
                <a:lnTo>
                  <a:pt x="5271" y="334"/>
                </a:lnTo>
                <a:cubicBezTo>
                  <a:pt x="5271" y="134"/>
                  <a:pt x="5138" y="1"/>
                  <a:pt x="4937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2" name="Google Shape;1372;p82"/>
          <p:cNvSpPr/>
          <p:nvPr/>
        </p:nvSpPr>
        <p:spPr>
          <a:xfrm>
            <a:off x="5685688" y="3880025"/>
            <a:ext cx="111775" cy="159300"/>
          </a:xfrm>
          <a:custGeom>
            <a:avLst/>
            <a:gdLst/>
            <a:ahLst/>
            <a:cxnLst/>
            <a:rect l="l" t="t" r="r" b="b"/>
            <a:pathLst>
              <a:path w="4471" h="6372" extrusionOk="0">
                <a:moveTo>
                  <a:pt x="1" y="0"/>
                </a:moveTo>
                <a:lnTo>
                  <a:pt x="1" y="6371"/>
                </a:lnTo>
                <a:lnTo>
                  <a:pt x="4471" y="6371"/>
                </a:lnTo>
                <a:lnTo>
                  <a:pt x="4471" y="0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3" name="Google Shape;1373;p82"/>
          <p:cNvSpPr/>
          <p:nvPr/>
        </p:nvSpPr>
        <p:spPr>
          <a:xfrm>
            <a:off x="5738238" y="3877525"/>
            <a:ext cx="9200" cy="164300"/>
          </a:xfrm>
          <a:custGeom>
            <a:avLst/>
            <a:gdLst/>
            <a:ahLst/>
            <a:cxnLst/>
            <a:rect l="l" t="t" r="r" b="b"/>
            <a:pathLst>
              <a:path w="368" h="6572" extrusionOk="0">
                <a:moveTo>
                  <a:pt x="0" y="0"/>
                </a:moveTo>
                <a:lnTo>
                  <a:pt x="0" y="6571"/>
                </a:lnTo>
                <a:lnTo>
                  <a:pt x="367" y="6571"/>
                </a:lnTo>
                <a:lnTo>
                  <a:pt x="367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82"/>
          <p:cNvSpPr/>
          <p:nvPr/>
        </p:nvSpPr>
        <p:spPr>
          <a:xfrm>
            <a:off x="5685688" y="3880025"/>
            <a:ext cx="111775" cy="7525"/>
          </a:xfrm>
          <a:custGeom>
            <a:avLst/>
            <a:gdLst/>
            <a:ahLst/>
            <a:cxnLst/>
            <a:rect l="l" t="t" r="r" b="b"/>
            <a:pathLst>
              <a:path w="4471" h="301" extrusionOk="0">
                <a:moveTo>
                  <a:pt x="1" y="0"/>
                </a:moveTo>
                <a:lnTo>
                  <a:pt x="1" y="300"/>
                </a:lnTo>
                <a:lnTo>
                  <a:pt x="4471" y="300"/>
                </a:lnTo>
                <a:lnTo>
                  <a:pt x="4471" y="0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" name="Google Shape;1375;p82"/>
          <p:cNvSpPr/>
          <p:nvPr/>
        </p:nvSpPr>
        <p:spPr>
          <a:xfrm>
            <a:off x="5685688" y="3962575"/>
            <a:ext cx="111775" cy="9200"/>
          </a:xfrm>
          <a:custGeom>
            <a:avLst/>
            <a:gdLst/>
            <a:ahLst/>
            <a:cxnLst/>
            <a:rect l="l" t="t" r="r" b="b"/>
            <a:pathLst>
              <a:path w="4471" h="368" extrusionOk="0">
                <a:moveTo>
                  <a:pt x="1" y="1"/>
                </a:moveTo>
                <a:lnTo>
                  <a:pt x="1" y="367"/>
                </a:lnTo>
                <a:lnTo>
                  <a:pt x="4471" y="367"/>
                </a:lnTo>
                <a:lnTo>
                  <a:pt x="4471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" name="Google Shape;1376;p82"/>
          <p:cNvSpPr/>
          <p:nvPr/>
        </p:nvSpPr>
        <p:spPr>
          <a:xfrm>
            <a:off x="5682363" y="3955075"/>
            <a:ext cx="120950" cy="9200"/>
          </a:xfrm>
          <a:custGeom>
            <a:avLst/>
            <a:gdLst/>
            <a:ahLst/>
            <a:cxnLst/>
            <a:rect l="l" t="t" r="r" b="b"/>
            <a:pathLst>
              <a:path w="4838" h="368" extrusionOk="0">
                <a:moveTo>
                  <a:pt x="0" y="0"/>
                </a:moveTo>
                <a:lnTo>
                  <a:pt x="0" y="367"/>
                </a:lnTo>
                <a:lnTo>
                  <a:pt x="4837" y="367"/>
                </a:lnTo>
                <a:lnTo>
                  <a:pt x="4837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82"/>
          <p:cNvSpPr/>
          <p:nvPr/>
        </p:nvSpPr>
        <p:spPr>
          <a:xfrm>
            <a:off x="5517238" y="3880025"/>
            <a:ext cx="110950" cy="159300"/>
          </a:xfrm>
          <a:custGeom>
            <a:avLst/>
            <a:gdLst/>
            <a:ahLst/>
            <a:cxnLst/>
            <a:rect l="l" t="t" r="r" b="b"/>
            <a:pathLst>
              <a:path w="4438" h="6372" extrusionOk="0">
                <a:moveTo>
                  <a:pt x="1" y="0"/>
                </a:moveTo>
                <a:lnTo>
                  <a:pt x="1" y="6371"/>
                </a:lnTo>
                <a:lnTo>
                  <a:pt x="4437" y="6371"/>
                </a:lnTo>
                <a:lnTo>
                  <a:pt x="4437" y="0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8" name="Google Shape;1378;p82"/>
          <p:cNvSpPr/>
          <p:nvPr/>
        </p:nvSpPr>
        <p:spPr>
          <a:xfrm>
            <a:off x="5507238" y="3870000"/>
            <a:ext cx="130950" cy="178500"/>
          </a:xfrm>
          <a:custGeom>
            <a:avLst/>
            <a:gdLst/>
            <a:ahLst/>
            <a:cxnLst/>
            <a:rect l="l" t="t" r="r" b="b"/>
            <a:pathLst>
              <a:path w="5238" h="7140" extrusionOk="0">
                <a:moveTo>
                  <a:pt x="301" y="1"/>
                </a:moveTo>
                <a:cubicBezTo>
                  <a:pt x="134" y="1"/>
                  <a:pt x="0" y="168"/>
                  <a:pt x="0" y="334"/>
                </a:cubicBezTo>
                <a:lnTo>
                  <a:pt x="0" y="6839"/>
                </a:lnTo>
                <a:cubicBezTo>
                  <a:pt x="0" y="7006"/>
                  <a:pt x="134" y="7139"/>
                  <a:pt x="301" y="7139"/>
                </a:cubicBezTo>
                <a:lnTo>
                  <a:pt x="4904" y="7139"/>
                </a:lnTo>
                <a:cubicBezTo>
                  <a:pt x="5104" y="7139"/>
                  <a:pt x="5238" y="7006"/>
                  <a:pt x="5238" y="6839"/>
                </a:cubicBezTo>
                <a:lnTo>
                  <a:pt x="5238" y="334"/>
                </a:lnTo>
                <a:cubicBezTo>
                  <a:pt x="5238" y="134"/>
                  <a:pt x="5104" y="1"/>
                  <a:pt x="4904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9" name="Google Shape;1379;p82"/>
          <p:cNvSpPr/>
          <p:nvPr/>
        </p:nvSpPr>
        <p:spPr>
          <a:xfrm>
            <a:off x="5517238" y="3880025"/>
            <a:ext cx="110950" cy="159300"/>
          </a:xfrm>
          <a:custGeom>
            <a:avLst/>
            <a:gdLst/>
            <a:ahLst/>
            <a:cxnLst/>
            <a:rect l="l" t="t" r="r" b="b"/>
            <a:pathLst>
              <a:path w="4438" h="6372" extrusionOk="0">
                <a:moveTo>
                  <a:pt x="1" y="0"/>
                </a:moveTo>
                <a:lnTo>
                  <a:pt x="1" y="6371"/>
                </a:lnTo>
                <a:lnTo>
                  <a:pt x="4437" y="6371"/>
                </a:lnTo>
                <a:lnTo>
                  <a:pt x="4437" y="0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82"/>
          <p:cNvSpPr/>
          <p:nvPr/>
        </p:nvSpPr>
        <p:spPr>
          <a:xfrm>
            <a:off x="5568938" y="3876675"/>
            <a:ext cx="9200" cy="165150"/>
          </a:xfrm>
          <a:custGeom>
            <a:avLst/>
            <a:gdLst/>
            <a:ahLst/>
            <a:cxnLst/>
            <a:rect l="l" t="t" r="r" b="b"/>
            <a:pathLst>
              <a:path w="368" h="6606" extrusionOk="0">
                <a:moveTo>
                  <a:pt x="1" y="1"/>
                </a:moveTo>
                <a:lnTo>
                  <a:pt x="1" y="6605"/>
                </a:lnTo>
                <a:lnTo>
                  <a:pt x="368" y="6605"/>
                </a:lnTo>
                <a:lnTo>
                  <a:pt x="368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82"/>
          <p:cNvSpPr/>
          <p:nvPr/>
        </p:nvSpPr>
        <p:spPr>
          <a:xfrm>
            <a:off x="5517238" y="3880025"/>
            <a:ext cx="110950" cy="7525"/>
          </a:xfrm>
          <a:custGeom>
            <a:avLst/>
            <a:gdLst/>
            <a:ahLst/>
            <a:cxnLst/>
            <a:rect l="l" t="t" r="r" b="b"/>
            <a:pathLst>
              <a:path w="4438" h="301" extrusionOk="0">
                <a:moveTo>
                  <a:pt x="1" y="0"/>
                </a:moveTo>
                <a:lnTo>
                  <a:pt x="1" y="300"/>
                </a:lnTo>
                <a:lnTo>
                  <a:pt x="4437" y="300"/>
                </a:lnTo>
                <a:lnTo>
                  <a:pt x="4437" y="0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82"/>
          <p:cNvSpPr/>
          <p:nvPr/>
        </p:nvSpPr>
        <p:spPr>
          <a:xfrm>
            <a:off x="5517238" y="3962575"/>
            <a:ext cx="110950" cy="9200"/>
          </a:xfrm>
          <a:custGeom>
            <a:avLst/>
            <a:gdLst/>
            <a:ahLst/>
            <a:cxnLst/>
            <a:rect l="l" t="t" r="r" b="b"/>
            <a:pathLst>
              <a:path w="4438" h="368" extrusionOk="0">
                <a:moveTo>
                  <a:pt x="1" y="1"/>
                </a:moveTo>
                <a:lnTo>
                  <a:pt x="1" y="367"/>
                </a:lnTo>
                <a:lnTo>
                  <a:pt x="4437" y="367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82"/>
          <p:cNvSpPr/>
          <p:nvPr/>
        </p:nvSpPr>
        <p:spPr>
          <a:xfrm>
            <a:off x="5513063" y="3955075"/>
            <a:ext cx="120950" cy="9200"/>
          </a:xfrm>
          <a:custGeom>
            <a:avLst/>
            <a:gdLst/>
            <a:ahLst/>
            <a:cxnLst/>
            <a:rect l="l" t="t" r="r" b="b"/>
            <a:pathLst>
              <a:path w="4838" h="368" extrusionOk="0">
                <a:moveTo>
                  <a:pt x="1" y="0"/>
                </a:moveTo>
                <a:lnTo>
                  <a:pt x="1" y="367"/>
                </a:lnTo>
                <a:lnTo>
                  <a:pt x="4838" y="367"/>
                </a:lnTo>
                <a:lnTo>
                  <a:pt x="4838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82"/>
          <p:cNvSpPr/>
          <p:nvPr/>
        </p:nvSpPr>
        <p:spPr>
          <a:xfrm>
            <a:off x="5347963" y="3880025"/>
            <a:ext cx="110925" cy="159300"/>
          </a:xfrm>
          <a:custGeom>
            <a:avLst/>
            <a:gdLst/>
            <a:ahLst/>
            <a:cxnLst/>
            <a:rect l="l" t="t" r="r" b="b"/>
            <a:pathLst>
              <a:path w="4437" h="6372" extrusionOk="0">
                <a:moveTo>
                  <a:pt x="0" y="0"/>
                </a:moveTo>
                <a:lnTo>
                  <a:pt x="0" y="6371"/>
                </a:lnTo>
                <a:lnTo>
                  <a:pt x="4437" y="6371"/>
                </a:lnTo>
                <a:lnTo>
                  <a:pt x="4437" y="0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5" name="Google Shape;1385;p82"/>
          <p:cNvSpPr/>
          <p:nvPr/>
        </p:nvSpPr>
        <p:spPr>
          <a:xfrm>
            <a:off x="5337938" y="3870000"/>
            <a:ext cx="130975" cy="178500"/>
          </a:xfrm>
          <a:custGeom>
            <a:avLst/>
            <a:gdLst/>
            <a:ahLst/>
            <a:cxnLst/>
            <a:rect l="l" t="t" r="r" b="b"/>
            <a:pathLst>
              <a:path w="5239" h="7140" extrusionOk="0">
                <a:moveTo>
                  <a:pt x="301" y="1"/>
                </a:moveTo>
                <a:cubicBezTo>
                  <a:pt x="134" y="1"/>
                  <a:pt x="1" y="168"/>
                  <a:pt x="1" y="334"/>
                </a:cubicBezTo>
                <a:lnTo>
                  <a:pt x="1" y="6839"/>
                </a:lnTo>
                <a:cubicBezTo>
                  <a:pt x="1" y="7006"/>
                  <a:pt x="134" y="7139"/>
                  <a:pt x="301" y="7139"/>
                </a:cubicBezTo>
                <a:lnTo>
                  <a:pt x="4938" y="7139"/>
                </a:lnTo>
                <a:cubicBezTo>
                  <a:pt x="5105" y="7139"/>
                  <a:pt x="5238" y="7006"/>
                  <a:pt x="5238" y="6839"/>
                </a:cubicBezTo>
                <a:lnTo>
                  <a:pt x="5238" y="334"/>
                </a:lnTo>
                <a:cubicBezTo>
                  <a:pt x="5238" y="134"/>
                  <a:pt x="5105" y="1"/>
                  <a:pt x="4938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6" name="Google Shape;1386;p82"/>
          <p:cNvSpPr/>
          <p:nvPr/>
        </p:nvSpPr>
        <p:spPr>
          <a:xfrm>
            <a:off x="5347963" y="3880025"/>
            <a:ext cx="110925" cy="159300"/>
          </a:xfrm>
          <a:custGeom>
            <a:avLst/>
            <a:gdLst/>
            <a:ahLst/>
            <a:cxnLst/>
            <a:rect l="l" t="t" r="r" b="b"/>
            <a:pathLst>
              <a:path w="4437" h="6372" extrusionOk="0">
                <a:moveTo>
                  <a:pt x="0" y="0"/>
                </a:moveTo>
                <a:lnTo>
                  <a:pt x="0" y="6371"/>
                </a:lnTo>
                <a:lnTo>
                  <a:pt x="4437" y="6371"/>
                </a:lnTo>
                <a:lnTo>
                  <a:pt x="4437" y="0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82"/>
          <p:cNvSpPr/>
          <p:nvPr/>
        </p:nvSpPr>
        <p:spPr>
          <a:xfrm>
            <a:off x="5399663" y="3877525"/>
            <a:ext cx="9200" cy="164300"/>
          </a:xfrm>
          <a:custGeom>
            <a:avLst/>
            <a:gdLst/>
            <a:ahLst/>
            <a:cxnLst/>
            <a:rect l="l" t="t" r="r" b="b"/>
            <a:pathLst>
              <a:path w="368" h="6572" extrusionOk="0">
                <a:moveTo>
                  <a:pt x="0" y="0"/>
                </a:moveTo>
                <a:lnTo>
                  <a:pt x="0" y="6571"/>
                </a:lnTo>
                <a:lnTo>
                  <a:pt x="367" y="6571"/>
                </a:lnTo>
                <a:lnTo>
                  <a:pt x="367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8" name="Google Shape;1388;p82"/>
          <p:cNvSpPr/>
          <p:nvPr/>
        </p:nvSpPr>
        <p:spPr>
          <a:xfrm>
            <a:off x="5347963" y="3880025"/>
            <a:ext cx="110925" cy="7525"/>
          </a:xfrm>
          <a:custGeom>
            <a:avLst/>
            <a:gdLst/>
            <a:ahLst/>
            <a:cxnLst/>
            <a:rect l="l" t="t" r="r" b="b"/>
            <a:pathLst>
              <a:path w="4437" h="301" extrusionOk="0">
                <a:moveTo>
                  <a:pt x="0" y="0"/>
                </a:moveTo>
                <a:lnTo>
                  <a:pt x="0" y="300"/>
                </a:lnTo>
                <a:lnTo>
                  <a:pt x="4437" y="300"/>
                </a:lnTo>
                <a:lnTo>
                  <a:pt x="4437" y="0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9" name="Google Shape;1389;p82"/>
          <p:cNvSpPr/>
          <p:nvPr/>
        </p:nvSpPr>
        <p:spPr>
          <a:xfrm>
            <a:off x="5347963" y="3962575"/>
            <a:ext cx="110925" cy="9200"/>
          </a:xfrm>
          <a:custGeom>
            <a:avLst/>
            <a:gdLst/>
            <a:ahLst/>
            <a:cxnLst/>
            <a:rect l="l" t="t" r="r" b="b"/>
            <a:pathLst>
              <a:path w="4437" h="368" extrusionOk="0">
                <a:moveTo>
                  <a:pt x="0" y="1"/>
                </a:moveTo>
                <a:lnTo>
                  <a:pt x="0" y="367"/>
                </a:lnTo>
                <a:lnTo>
                  <a:pt x="4437" y="367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0" name="Google Shape;1390;p82"/>
          <p:cNvSpPr/>
          <p:nvPr/>
        </p:nvSpPr>
        <p:spPr>
          <a:xfrm>
            <a:off x="5343788" y="3955075"/>
            <a:ext cx="120950" cy="9200"/>
          </a:xfrm>
          <a:custGeom>
            <a:avLst/>
            <a:gdLst/>
            <a:ahLst/>
            <a:cxnLst/>
            <a:rect l="l" t="t" r="r" b="b"/>
            <a:pathLst>
              <a:path w="4838" h="368" extrusionOk="0">
                <a:moveTo>
                  <a:pt x="0" y="0"/>
                </a:moveTo>
                <a:lnTo>
                  <a:pt x="0" y="367"/>
                </a:lnTo>
                <a:lnTo>
                  <a:pt x="4837" y="367"/>
                </a:lnTo>
                <a:lnTo>
                  <a:pt x="4837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1" name="Google Shape;1391;p82"/>
          <p:cNvSpPr/>
          <p:nvPr/>
        </p:nvSpPr>
        <p:spPr>
          <a:xfrm>
            <a:off x="5178663" y="3880025"/>
            <a:ext cx="110950" cy="159300"/>
          </a:xfrm>
          <a:custGeom>
            <a:avLst/>
            <a:gdLst/>
            <a:ahLst/>
            <a:cxnLst/>
            <a:rect l="l" t="t" r="r" b="b"/>
            <a:pathLst>
              <a:path w="4438" h="6372" extrusionOk="0">
                <a:moveTo>
                  <a:pt x="1" y="0"/>
                </a:moveTo>
                <a:lnTo>
                  <a:pt x="1" y="6371"/>
                </a:lnTo>
                <a:lnTo>
                  <a:pt x="4437" y="6371"/>
                </a:lnTo>
                <a:lnTo>
                  <a:pt x="4437" y="0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2" name="Google Shape;1392;p82"/>
          <p:cNvSpPr/>
          <p:nvPr/>
        </p:nvSpPr>
        <p:spPr>
          <a:xfrm>
            <a:off x="5168663" y="3870000"/>
            <a:ext cx="130950" cy="178500"/>
          </a:xfrm>
          <a:custGeom>
            <a:avLst/>
            <a:gdLst/>
            <a:ahLst/>
            <a:cxnLst/>
            <a:rect l="l" t="t" r="r" b="b"/>
            <a:pathLst>
              <a:path w="5238" h="7140" extrusionOk="0">
                <a:moveTo>
                  <a:pt x="301" y="1"/>
                </a:moveTo>
                <a:cubicBezTo>
                  <a:pt x="134" y="1"/>
                  <a:pt x="0" y="168"/>
                  <a:pt x="0" y="334"/>
                </a:cubicBezTo>
                <a:lnTo>
                  <a:pt x="0" y="6839"/>
                </a:lnTo>
                <a:cubicBezTo>
                  <a:pt x="0" y="7006"/>
                  <a:pt x="134" y="7139"/>
                  <a:pt x="301" y="7139"/>
                </a:cubicBezTo>
                <a:lnTo>
                  <a:pt x="4937" y="7139"/>
                </a:lnTo>
                <a:cubicBezTo>
                  <a:pt x="5104" y="7139"/>
                  <a:pt x="5238" y="7006"/>
                  <a:pt x="5238" y="6839"/>
                </a:cubicBezTo>
                <a:lnTo>
                  <a:pt x="5238" y="334"/>
                </a:lnTo>
                <a:cubicBezTo>
                  <a:pt x="5238" y="134"/>
                  <a:pt x="5104" y="1"/>
                  <a:pt x="4937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82"/>
          <p:cNvSpPr/>
          <p:nvPr/>
        </p:nvSpPr>
        <p:spPr>
          <a:xfrm>
            <a:off x="5178663" y="3880025"/>
            <a:ext cx="110950" cy="159300"/>
          </a:xfrm>
          <a:custGeom>
            <a:avLst/>
            <a:gdLst/>
            <a:ahLst/>
            <a:cxnLst/>
            <a:rect l="l" t="t" r="r" b="b"/>
            <a:pathLst>
              <a:path w="4438" h="6372" extrusionOk="0">
                <a:moveTo>
                  <a:pt x="1" y="0"/>
                </a:moveTo>
                <a:lnTo>
                  <a:pt x="1" y="6371"/>
                </a:lnTo>
                <a:lnTo>
                  <a:pt x="4437" y="6371"/>
                </a:lnTo>
                <a:lnTo>
                  <a:pt x="4437" y="0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4" name="Google Shape;1394;p82"/>
          <p:cNvSpPr/>
          <p:nvPr/>
        </p:nvSpPr>
        <p:spPr>
          <a:xfrm>
            <a:off x="5230363" y="3877525"/>
            <a:ext cx="9200" cy="164300"/>
          </a:xfrm>
          <a:custGeom>
            <a:avLst/>
            <a:gdLst/>
            <a:ahLst/>
            <a:cxnLst/>
            <a:rect l="l" t="t" r="r" b="b"/>
            <a:pathLst>
              <a:path w="368" h="6572" extrusionOk="0">
                <a:moveTo>
                  <a:pt x="1" y="0"/>
                </a:moveTo>
                <a:lnTo>
                  <a:pt x="1" y="6571"/>
                </a:lnTo>
                <a:lnTo>
                  <a:pt x="368" y="6571"/>
                </a:lnTo>
                <a:lnTo>
                  <a:pt x="368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5" name="Google Shape;1395;p82"/>
          <p:cNvSpPr/>
          <p:nvPr/>
        </p:nvSpPr>
        <p:spPr>
          <a:xfrm>
            <a:off x="5178663" y="3880025"/>
            <a:ext cx="110950" cy="7525"/>
          </a:xfrm>
          <a:custGeom>
            <a:avLst/>
            <a:gdLst/>
            <a:ahLst/>
            <a:cxnLst/>
            <a:rect l="l" t="t" r="r" b="b"/>
            <a:pathLst>
              <a:path w="4438" h="301" extrusionOk="0">
                <a:moveTo>
                  <a:pt x="1" y="0"/>
                </a:moveTo>
                <a:lnTo>
                  <a:pt x="1" y="300"/>
                </a:lnTo>
                <a:lnTo>
                  <a:pt x="4437" y="300"/>
                </a:lnTo>
                <a:lnTo>
                  <a:pt x="4437" y="0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6" name="Google Shape;1396;p82"/>
          <p:cNvSpPr/>
          <p:nvPr/>
        </p:nvSpPr>
        <p:spPr>
          <a:xfrm>
            <a:off x="5178663" y="3962575"/>
            <a:ext cx="110950" cy="9200"/>
          </a:xfrm>
          <a:custGeom>
            <a:avLst/>
            <a:gdLst/>
            <a:ahLst/>
            <a:cxnLst/>
            <a:rect l="l" t="t" r="r" b="b"/>
            <a:pathLst>
              <a:path w="4438" h="368" extrusionOk="0">
                <a:moveTo>
                  <a:pt x="1" y="1"/>
                </a:moveTo>
                <a:lnTo>
                  <a:pt x="1" y="367"/>
                </a:lnTo>
                <a:lnTo>
                  <a:pt x="4437" y="367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7" name="Google Shape;1397;p82"/>
          <p:cNvSpPr/>
          <p:nvPr/>
        </p:nvSpPr>
        <p:spPr>
          <a:xfrm>
            <a:off x="5174488" y="3955075"/>
            <a:ext cx="120950" cy="9200"/>
          </a:xfrm>
          <a:custGeom>
            <a:avLst/>
            <a:gdLst/>
            <a:ahLst/>
            <a:cxnLst/>
            <a:rect l="l" t="t" r="r" b="b"/>
            <a:pathLst>
              <a:path w="4838" h="368" extrusionOk="0">
                <a:moveTo>
                  <a:pt x="1" y="0"/>
                </a:moveTo>
                <a:lnTo>
                  <a:pt x="1" y="367"/>
                </a:lnTo>
                <a:lnTo>
                  <a:pt x="4838" y="367"/>
                </a:lnTo>
                <a:lnTo>
                  <a:pt x="4838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8" name="Google Shape;1398;p82"/>
          <p:cNvSpPr/>
          <p:nvPr/>
        </p:nvSpPr>
        <p:spPr>
          <a:xfrm>
            <a:off x="5009388" y="3880025"/>
            <a:ext cx="110925" cy="159300"/>
          </a:xfrm>
          <a:custGeom>
            <a:avLst/>
            <a:gdLst/>
            <a:ahLst/>
            <a:cxnLst/>
            <a:rect l="l" t="t" r="r" b="b"/>
            <a:pathLst>
              <a:path w="4437" h="6372" extrusionOk="0">
                <a:moveTo>
                  <a:pt x="0" y="0"/>
                </a:moveTo>
                <a:lnTo>
                  <a:pt x="0" y="6371"/>
                </a:lnTo>
                <a:lnTo>
                  <a:pt x="4437" y="6371"/>
                </a:lnTo>
                <a:lnTo>
                  <a:pt x="4437" y="0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9" name="Google Shape;1399;p82"/>
          <p:cNvSpPr/>
          <p:nvPr/>
        </p:nvSpPr>
        <p:spPr>
          <a:xfrm>
            <a:off x="4999363" y="3870000"/>
            <a:ext cx="131800" cy="178500"/>
          </a:xfrm>
          <a:custGeom>
            <a:avLst/>
            <a:gdLst/>
            <a:ahLst/>
            <a:cxnLst/>
            <a:rect l="l" t="t" r="r" b="b"/>
            <a:pathLst>
              <a:path w="5272" h="7140" extrusionOk="0">
                <a:moveTo>
                  <a:pt x="335" y="1"/>
                </a:moveTo>
                <a:cubicBezTo>
                  <a:pt x="134" y="1"/>
                  <a:pt x="1" y="168"/>
                  <a:pt x="1" y="334"/>
                </a:cubicBezTo>
                <a:lnTo>
                  <a:pt x="1" y="6839"/>
                </a:lnTo>
                <a:cubicBezTo>
                  <a:pt x="1" y="7006"/>
                  <a:pt x="134" y="7139"/>
                  <a:pt x="335" y="7139"/>
                </a:cubicBezTo>
                <a:lnTo>
                  <a:pt x="4938" y="7139"/>
                </a:lnTo>
                <a:cubicBezTo>
                  <a:pt x="5105" y="7139"/>
                  <a:pt x="5271" y="7006"/>
                  <a:pt x="5271" y="6839"/>
                </a:cubicBezTo>
                <a:lnTo>
                  <a:pt x="5271" y="334"/>
                </a:lnTo>
                <a:cubicBezTo>
                  <a:pt x="5271" y="134"/>
                  <a:pt x="5105" y="1"/>
                  <a:pt x="4938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0" name="Google Shape;1400;p82"/>
          <p:cNvSpPr/>
          <p:nvPr/>
        </p:nvSpPr>
        <p:spPr>
          <a:xfrm>
            <a:off x="5009388" y="3880025"/>
            <a:ext cx="110925" cy="159300"/>
          </a:xfrm>
          <a:custGeom>
            <a:avLst/>
            <a:gdLst/>
            <a:ahLst/>
            <a:cxnLst/>
            <a:rect l="l" t="t" r="r" b="b"/>
            <a:pathLst>
              <a:path w="4437" h="6372" extrusionOk="0">
                <a:moveTo>
                  <a:pt x="0" y="0"/>
                </a:moveTo>
                <a:lnTo>
                  <a:pt x="0" y="6371"/>
                </a:lnTo>
                <a:lnTo>
                  <a:pt x="4437" y="6371"/>
                </a:lnTo>
                <a:lnTo>
                  <a:pt x="4437" y="0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1" name="Google Shape;1401;p82"/>
          <p:cNvSpPr/>
          <p:nvPr/>
        </p:nvSpPr>
        <p:spPr>
          <a:xfrm>
            <a:off x="5061913" y="3877525"/>
            <a:ext cx="8375" cy="164300"/>
          </a:xfrm>
          <a:custGeom>
            <a:avLst/>
            <a:gdLst/>
            <a:ahLst/>
            <a:cxnLst/>
            <a:rect l="l" t="t" r="r" b="b"/>
            <a:pathLst>
              <a:path w="335" h="6572" extrusionOk="0">
                <a:moveTo>
                  <a:pt x="1" y="0"/>
                </a:moveTo>
                <a:lnTo>
                  <a:pt x="1" y="6571"/>
                </a:lnTo>
                <a:lnTo>
                  <a:pt x="334" y="6571"/>
                </a:lnTo>
                <a:lnTo>
                  <a:pt x="334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2" name="Google Shape;1402;p82"/>
          <p:cNvSpPr/>
          <p:nvPr/>
        </p:nvSpPr>
        <p:spPr>
          <a:xfrm>
            <a:off x="5009388" y="3880025"/>
            <a:ext cx="110925" cy="7525"/>
          </a:xfrm>
          <a:custGeom>
            <a:avLst/>
            <a:gdLst/>
            <a:ahLst/>
            <a:cxnLst/>
            <a:rect l="l" t="t" r="r" b="b"/>
            <a:pathLst>
              <a:path w="4437" h="301" extrusionOk="0">
                <a:moveTo>
                  <a:pt x="0" y="0"/>
                </a:moveTo>
                <a:lnTo>
                  <a:pt x="0" y="300"/>
                </a:lnTo>
                <a:lnTo>
                  <a:pt x="4437" y="300"/>
                </a:lnTo>
                <a:lnTo>
                  <a:pt x="4437" y="0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3" name="Google Shape;1403;p82"/>
          <p:cNvSpPr/>
          <p:nvPr/>
        </p:nvSpPr>
        <p:spPr>
          <a:xfrm>
            <a:off x="5009388" y="3962575"/>
            <a:ext cx="110925" cy="9200"/>
          </a:xfrm>
          <a:custGeom>
            <a:avLst/>
            <a:gdLst/>
            <a:ahLst/>
            <a:cxnLst/>
            <a:rect l="l" t="t" r="r" b="b"/>
            <a:pathLst>
              <a:path w="4437" h="368" extrusionOk="0">
                <a:moveTo>
                  <a:pt x="0" y="1"/>
                </a:moveTo>
                <a:lnTo>
                  <a:pt x="0" y="367"/>
                </a:lnTo>
                <a:lnTo>
                  <a:pt x="4437" y="367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4" name="Google Shape;1404;p82"/>
          <p:cNvSpPr/>
          <p:nvPr/>
        </p:nvSpPr>
        <p:spPr>
          <a:xfrm>
            <a:off x="5006038" y="3955075"/>
            <a:ext cx="120125" cy="9200"/>
          </a:xfrm>
          <a:custGeom>
            <a:avLst/>
            <a:gdLst/>
            <a:ahLst/>
            <a:cxnLst/>
            <a:rect l="l" t="t" r="r" b="b"/>
            <a:pathLst>
              <a:path w="4805" h="368" extrusionOk="0">
                <a:moveTo>
                  <a:pt x="1" y="0"/>
                </a:moveTo>
                <a:lnTo>
                  <a:pt x="1" y="367"/>
                </a:lnTo>
                <a:lnTo>
                  <a:pt x="4804" y="367"/>
                </a:lnTo>
                <a:lnTo>
                  <a:pt x="4804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5" name="Google Shape;1405;p82"/>
          <p:cNvSpPr/>
          <p:nvPr/>
        </p:nvSpPr>
        <p:spPr>
          <a:xfrm>
            <a:off x="5685688" y="4229425"/>
            <a:ext cx="111775" cy="160150"/>
          </a:xfrm>
          <a:custGeom>
            <a:avLst/>
            <a:gdLst/>
            <a:ahLst/>
            <a:cxnLst/>
            <a:rect l="l" t="t" r="r" b="b"/>
            <a:pathLst>
              <a:path w="4471" h="6406" extrusionOk="0">
                <a:moveTo>
                  <a:pt x="1" y="1"/>
                </a:moveTo>
                <a:lnTo>
                  <a:pt x="1" y="6405"/>
                </a:lnTo>
                <a:lnTo>
                  <a:pt x="4471" y="6405"/>
                </a:lnTo>
                <a:lnTo>
                  <a:pt x="4471" y="1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6" name="Google Shape;1406;p82"/>
          <p:cNvSpPr/>
          <p:nvPr/>
        </p:nvSpPr>
        <p:spPr>
          <a:xfrm>
            <a:off x="5675688" y="4220250"/>
            <a:ext cx="131800" cy="178500"/>
          </a:xfrm>
          <a:custGeom>
            <a:avLst/>
            <a:gdLst/>
            <a:ahLst/>
            <a:cxnLst/>
            <a:rect l="l" t="t" r="r" b="b"/>
            <a:pathLst>
              <a:path w="5272" h="7140" extrusionOk="0">
                <a:moveTo>
                  <a:pt x="334" y="1"/>
                </a:moveTo>
                <a:cubicBezTo>
                  <a:pt x="167" y="1"/>
                  <a:pt x="1" y="134"/>
                  <a:pt x="1" y="334"/>
                </a:cubicBezTo>
                <a:lnTo>
                  <a:pt x="1" y="6839"/>
                </a:lnTo>
                <a:cubicBezTo>
                  <a:pt x="1" y="7006"/>
                  <a:pt x="167" y="7139"/>
                  <a:pt x="334" y="7139"/>
                </a:cubicBezTo>
                <a:lnTo>
                  <a:pt x="4937" y="7139"/>
                </a:lnTo>
                <a:cubicBezTo>
                  <a:pt x="5138" y="7139"/>
                  <a:pt x="5271" y="7006"/>
                  <a:pt x="5271" y="6839"/>
                </a:cubicBezTo>
                <a:lnTo>
                  <a:pt x="5271" y="334"/>
                </a:lnTo>
                <a:cubicBezTo>
                  <a:pt x="5271" y="134"/>
                  <a:pt x="5138" y="1"/>
                  <a:pt x="4937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7" name="Google Shape;1407;p82"/>
          <p:cNvSpPr/>
          <p:nvPr/>
        </p:nvSpPr>
        <p:spPr>
          <a:xfrm>
            <a:off x="5685688" y="4229425"/>
            <a:ext cx="111775" cy="160150"/>
          </a:xfrm>
          <a:custGeom>
            <a:avLst/>
            <a:gdLst/>
            <a:ahLst/>
            <a:cxnLst/>
            <a:rect l="l" t="t" r="r" b="b"/>
            <a:pathLst>
              <a:path w="4471" h="6406" extrusionOk="0">
                <a:moveTo>
                  <a:pt x="1" y="1"/>
                </a:moveTo>
                <a:lnTo>
                  <a:pt x="1" y="6405"/>
                </a:lnTo>
                <a:lnTo>
                  <a:pt x="4471" y="6405"/>
                </a:lnTo>
                <a:lnTo>
                  <a:pt x="4471" y="1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8" name="Google Shape;1408;p82"/>
          <p:cNvSpPr/>
          <p:nvPr/>
        </p:nvSpPr>
        <p:spPr>
          <a:xfrm>
            <a:off x="5738238" y="4226925"/>
            <a:ext cx="9200" cy="165150"/>
          </a:xfrm>
          <a:custGeom>
            <a:avLst/>
            <a:gdLst/>
            <a:ahLst/>
            <a:cxnLst/>
            <a:rect l="l" t="t" r="r" b="b"/>
            <a:pathLst>
              <a:path w="368" h="6606" extrusionOk="0">
                <a:moveTo>
                  <a:pt x="0" y="1"/>
                </a:moveTo>
                <a:lnTo>
                  <a:pt x="0" y="6606"/>
                </a:lnTo>
                <a:lnTo>
                  <a:pt x="367" y="6606"/>
                </a:lnTo>
                <a:lnTo>
                  <a:pt x="367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9" name="Google Shape;1409;p82"/>
          <p:cNvSpPr/>
          <p:nvPr/>
        </p:nvSpPr>
        <p:spPr>
          <a:xfrm>
            <a:off x="5685688" y="4229425"/>
            <a:ext cx="111775" cy="8375"/>
          </a:xfrm>
          <a:custGeom>
            <a:avLst/>
            <a:gdLst/>
            <a:ahLst/>
            <a:cxnLst/>
            <a:rect l="l" t="t" r="r" b="b"/>
            <a:pathLst>
              <a:path w="4471" h="335" extrusionOk="0">
                <a:moveTo>
                  <a:pt x="1" y="1"/>
                </a:moveTo>
                <a:lnTo>
                  <a:pt x="1" y="334"/>
                </a:lnTo>
                <a:lnTo>
                  <a:pt x="4471" y="334"/>
                </a:lnTo>
                <a:lnTo>
                  <a:pt x="4471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0" name="Google Shape;1410;p82"/>
          <p:cNvSpPr/>
          <p:nvPr/>
        </p:nvSpPr>
        <p:spPr>
          <a:xfrm>
            <a:off x="5685688" y="4312825"/>
            <a:ext cx="111775" cy="9200"/>
          </a:xfrm>
          <a:custGeom>
            <a:avLst/>
            <a:gdLst/>
            <a:ahLst/>
            <a:cxnLst/>
            <a:rect l="l" t="t" r="r" b="b"/>
            <a:pathLst>
              <a:path w="4471" h="368" extrusionOk="0">
                <a:moveTo>
                  <a:pt x="1" y="1"/>
                </a:moveTo>
                <a:lnTo>
                  <a:pt x="1" y="367"/>
                </a:lnTo>
                <a:lnTo>
                  <a:pt x="4471" y="367"/>
                </a:lnTo>
                <a:lnTo>
                  <a:pt x="4471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82"/>
          <p:cNvSpPr/>
          <p:nvPr/>
        </p:nvSpPr>
        <p:spPr>
          <a:xfrm>
            <a:off x="5682363" y="4304475"/>
            <a:ext cx="120950" cy="9200"/>
          </a:xfrm>
          <a:custGeom>
            <a:avLst/>
            <a:gdLst/>
            <a:ahLst/>
            <a:cxnLst/>
            <a:rect l="l" t="t" r="r" b="b"/>
            <a:pathLst>
              <a:path w="4838" h="368" extrusionOk="0">
                <a:moveTo>
                  <a:pt x="0" y="1"/>
                </a:moveTo>
                <a:lnTo>
                  <a:pt x="0" y="368"/>
                </a:lnTo>
                <a:lnTo>
                  <a:pt x="4837" y="368"/>
                </a:lnTo>
                <a:lnTo>
                  <a:pt x="4837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82"/>
          <p:cNvSpPr/>
          <p:nvPr/>
        </p:nvSpPr>
        <p:spPr>
          <a:xfrm>
            <a:off x="5517238" y="4229425"/>
            <a:ext cx="110950" cy="159325"/>
          </a:xfrm>
          <a:custGeom>
            <a:avLst/>
            <a:gdLst/>
            <a:ahLst/>
            <a:cxnLst/>
            <a:rect l="l" t="t" r="r" b="b"/>
            <a:pathLst>
              <a:path w="4438" h="6373" extrusionOk="0">
                <a:moveTo>
                  <a:pt x="1" y="1"/>
                </a:moveTo>
                <a:lnTo>
                  <a:pt x="1" y="6372"/>
                </a:lnTo>
                <a:lnTo>
                  <a:pt x="4437" y="6372"/>
                </a:lnTo>
                <a:lnTo>
                  <a:pt x="4437" y="1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82"/>
          <p:cNvSpPr/>
          <p:nvPr/>
        </p:nvSpPr>
        <p:spPr>
          <a:xfrm>
            <a:off x="5507238" y="4220250"/>
            <a:ext cx="130950" cy="178500"/>
          </a:xfrm>
          <a:custGeom>
            <a:avLst/>
            <a:gdLst/>
            <a:ahLst/>
            <a:cxnLst/>
            <a:rect l="l" t="t" r="r" b="b"/>
            <a:pathLst>
              <a:path w="5238" h="7140" extrusionOk="0">
                <a:moveTo>
                  <a:pt x="301" y="1"/>
                </a:moveTo>
                <a:cubicBezTo>
                  <a:pt x="134" y="1"/>
                  <a:pt x="0" y="134"/>
                  <a:pt x="0" y="334"/>
                </a:cubicBezTo>
                <a:lnTo>
                  <a:pt x="0" y="6839"/>
                </a:lnTo>
                <a:cubicBezTo>
                  <a:pt x="0" y="7006"/>
                  <a:pt x="134" y="7139"/>
                  <a:pt x="301" y="7139"/>
                </a:cubicBezTo>
                <a:lnTo>
                  <a:pt x="4904" y="7139"/>
                </a:lnTo>
                <a:cubicBezTo>
                  <a:pt x="5104" y="7139"/>
                  <a:pt x="5238" y="7006"/>
                  <a:pt x="5238" y="6839"/>
                </a:cubicBezTo>
                <a:lnTo>
                  <a:pt x="5238" y="334"/>
                </a:lnTo>
                <a:cubicBezTo>
                  <a:pt x="5238" y="134"/>
                  <a:pt x="5104" y="1"/>
                  <a:pt x="4904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4" name="Google Shape;1414;p82"/>
          <p:cNvSpPr/>
          <p:nvPr/>
        </p:nvSpPr>
        <p:spPr>
          <a:xfrm>
            <a:off x="5517238" y="4229425"/>
            <a:ext cx="110950" cy="159325"/>
          </a:xfrm>
          <a:custGeom>
            <a:avLst/>
            <a:gdLst/>
            <a:ahLst/>
            <a:cxnLst/>
            <a:rect l="l" t="t" r="r" b="b"/>
            <a:pathLst>
              <a:path w="4438" h="6373" extrusionOk="0">
                <a:moveTo>
                  <a:pt x="1" y="1"/>
                </a:moveTo>
                <a:lnTo>
                  <a:pt x="1" y="6372"/>
                </a:lnTo>
                <a:lnTo>
                  <a:pt x="4437" y="6372"/>
                </a:lnTo>
                <a:lnTo>
                  <a:pt x="4437" y="1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5" name="Google Shape;1415;p82"/>
          <p:cNvSpPr/>
          <p:nvPr/>
        </p:nvSpPr>
        <p:spPr>
          <a:xfrm>
            <a:off x="5568938" y="4226925"/>
            <a:ext cx="9200" cy="165150"/>
          </a:xfrm>
          <a:custGeom>
            <a:avLst/>
            <a:gdLst/>
            <a:ahLst/>
            <a:cxnLst/>
            <a:rect l="l" t="t" r="r" b="b"/>
            <a:pathLst>
              <a:path w="368" h="6606" extrusionOk="0">
                <a:moveTo>
                  <a:pt x="1" y="1"/>
                </a:moveTo>
                <a:lnTo>
                  <a:pt x="1" y="6606"/>
                </a:lnTo>
                <a:lnTo>
                  <a:pt x="368" y="6606"/>
                </a:lnTo>
                <a:lnTo>
                  <a:pt x="368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6" name="Google Shape;1416;p82"/>
          <p:cNvSpPr/>
          <p:nvPr/>
        </p:nvSpPr>
        <p:spPr>
          <a:xfrm>
            <a:off x="5517238" y="4229425"/>
            <a:ext cx="110950" cy="8375"/>
          </a:xfrm>
          <a:custGeom>
            <a:avLst/>
            <a:gdLst/>
            <a:ahLst/>
            <a:cxnLst/>
            <a:rect l="l" t="t" r="r" b="b"/>
            <a:pathLst>
              <a:path w="4438" h="335" extrusionOk="0">
                <a:moveTo>
                  <a:pt x="1" y="1"/>
                </a:moveTo>
                <a:lnTo>
                  <a:pt x="1" y="334"/>
                </a:lnTo>
                <a:lnTo>
                  <a:pt x="4437" y="334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7" name="Google Shape;1417;p82"/>
          <p:cNvSpPr/>
          <p:nvPr/>
        </p:nvSpPr>
        <p:spPr>
          <a:xfrm>
            <a:off x="5517238" y="4312825"/>
            <a:ext cx="110950" cy="9200"/>
          </a:xfrm>
          <a:custGeom>
            <a:avLst/>
            <a:gdLst/>
            <a:ahLst/>
            <a:cxnLst/>
            <a:rect l="l" t="t" r="r" b="b"/>
            <a:pathLst>
              <a:path w="4438" h="368" extrusionOk="0">
                <a:moveTo>
                  <a:pt x="1" y="1"/>
                </a:moveTo>
                <a:lnTo>
                  <a:pt x="1" y="367"/>
                </a:lnTo>
                <a:lnTo>
                  <a:pt x="4437" y="367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8" name="Google Shape;1418;p82"/>
          <p:cNvSpPr/>
          <p:nvPr/>
        </p:nvSpPr>
        <p:spPr>
          <a:xfrm>
            <a:off x="5513063" y="4304475"/>
            <a:ext cx="120950" cy="9200"/>
          </a:xfrm>
          <a:custGeom>
            <a:avLst/>
            <a:gdLst/>
            <a:ahLst/>
            <a:cxnLst/>
            <a:rect l="l" t="t" r="r" b="b"/>
            <a:pathLst>
              <a:path w="4838" h="368" extrusionOk="0">
                <a:moveTo>
                  <a:pt x="1" y="1"/>
                </a:moveTo>
                <a:lnTo>
                  <a:pt x="1" y="368"/>
                </a:lnTo>
                <a:lnTo>
                  <a:pt x="4838" y="368"/>
                </a:lnTo>
                <a:lnTo>
                  <a:pt x="4838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9" name="Google Shape;1419;p82"/>
          <p:cNvSpPr/>
          <p:nvPr/>
        </p:nvSpPr>
        <p:spPr>
          <a:xfrm>
            <a:off x="5347963" y="4229425"/>
            <a:ext cx="110925" cy="160150"/>
          </a:xfrm>
          <a:custGeom>
            <a:avLst/>
            <a:gdLst/>
            <a:ahLst/>
            <a:cxnLst/>
            <a:rect l="l" t="t" r="r" b="b"/>
            <a:pathLst>
              <a:path w="4437" h="6406" extrusionOk="0">
                <a:moveTo>
                  <a:pt x="0" y="1"/>
                </a:moveTo>
                <a:lnTo>
                  <a:pt x="0" y="6405"/>
                </a:lnTo>
                <a:lnTo>
                  <a:pt x="4437" y="6405"/>
                </a:lnTo>
                <a:lnTo>
                  <a:pt x="4437" y="1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0" name="Google Shape;1420;p82"/>
          <p:cNvSpPr/>
          <p:nvPr/>
        </p:nvSpPr>
        <p:spPr>
          <a:xfrm>
            <a:off x="5337938" y="4220250"/>
            <a:ext cx="130975" cy="178500"/>
          </a:xfrm>
          <a:custGeom>
            <a:avLst/>
            <a:gdLst/>
            <a:ahLst/>
            <a:cxnLst/>
            <a:rect l="l" t="t" r="r" b="b"/>
            <a:pathLst>
              <a:path w="5239" h="7140" extrusionOk="0">
                <a:moveTo>
                  <a:pt x="301" y="1"/>
                </a:moveTo>
                <a:cubicBezTo>
                  <a:pt x="134" y="1"/>
                  <a:pt x="1" y="134"/>
                  <a:pt x="1" y="334"/>
                </a:cubicBezTo>
                <a:lnTo>
                  <a:pt x="1" y="6839"/>
                </a:lnTo>
                <a:cubicBezTo>
                  <a:pt x="1" y="7006"/>
                  <a:pt x="134" y="7139"/>
                  <a:pt x="301" y="7139"/>
                </a:cubicBezTo>
                <a:lnTo>
                  <a:pt x="4938" y="7139"/>
                </a:lnTo>
                <a:cubicBezTo>
                  <a:pt x="5105" y="7139"/>
                  <a:pt x="5238" y="7006"/>
                  <a:pt x="5238" y="6839"/>
                </a:cubicBezTo>
                <a:lnTo>
                  <a:pt x="5238" y="334"/>
                </a:lnTo>
                <a:cubicBezTo>
                  <a:pt x="5238" y="134"/>
                  <a:pt x="5105" y="1"/>
                  <a:pt x="4938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1" name="Google Shape;1421;p82"/>
          <p:cNvSpPr/>
          <p:nvPr/>
        </p:nvSpPr>
        <p:spPr>
          <a:xfrm>
            <a:off x="5347963" y="4229425"/>
            <a:ext cx="110925" cy="160150"/>
          </a:xfrm>
          <a:custGeom>
            <a:avLst/>
            <a:gdLst/>
            <a:ahLst/>
            <a:cxnLst/>
            <a:rect l="l" t="t" r="r" b="b"/>
            <a:pathLst>
              <a:path w="4437" h="6406" extrusionOk="0">
                <a:moveTo>
                  <a:pt x="0" y="1"/>
                </a:moveTo>
                <a:lnTo>
                  <a:pt x="0" y="6405"/>
                </a:lnTo>
                <a:lnTo>
                  <a:pt x="4437" y="6405"/>
                </a:lnTo>
                <a:lnTo>
                  <a:pt x="4437" y="1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2" name="Google Shape;1422;p82"/>
          <p:cNvSpPr/>
          <p:nvPr/>
        </p:nvSpPr>
        <p:spPr>
          <a:xfrm>
            <a:off x="5399663" y="4226925"/>
            <a:ext cx="9200" cy="165150"/>
          </a:xfrm>
          <a:custGeom>
            <a:avLst/>
            <a:gdLst/>
            <a:ahLst/>
            <a:cxnLst/>
            <a:rect l="l" t="t" r="r" b="b"/>
            <a:pathLst>
              <a:path w="368" h="6606" extrusionOk="0">
                <a:moveTo>
                  <a:pt x="0" y="1"/>
                </a:moveTo>
                <a:lnTo>
                  <a:pt x="0" y="6606"/>
                </a:lnTo>
                <a:lnTo>
                  <a:pt x="367" y="6606"/>
                </a:lnTo>
                <a:lnTo>
                  <a:pt x="367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3" name="Google Shape;1423;p82"/>
          <p:cNvSpPr/>
          <p:nvPr/>
        </p:nvSpPr>
        <p:spPr>
          <a:xfrm>
            <a:off x="5347963" y="4229425"/>
            <a:ext cx="110925" cy="8375"/>
          </a:xfrm>
          <a:custGeom>
            <a:avLst/>
            <a:gdLst/>
            <a:ahLst/>
            <a:cxnLst/>
            <a:rect l="l" t="t" r="r" b="b"/>
            <a:pathLst>
              <a:path w="4437" h="335" extrusionOk="0">
                <a:moveTo>
                  <a:pt x="0" y="1"/>
                </a:moveTo>
                <a:lnTo>
                  <a:pt x="0" y="334"/>
                </a:lnTo>
                <a:lnTo>
                  <a:pt x="4437" y="334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4" name="Google Shape;1424;p82"/>
          <p:cNvSpPr/>
          <p:nvPr/>
        </p:nvSpPr>
        <p:spPr>
          <a:xfrm>
            <a:off x="5347963" y="4312825"/>
            <a:ext cx="110925" cy="9200"/>
          </a:xfrm>
          <a:custGeom>
            <a:avLst/>
            <a:gdLst/>
            <a:ahLst/>
            <a:cxnLst/>
            <a:rect l="l" t="t" r="r" b="b"/>
            <a:pathLst>
              <a:path w="4437" h="368" extrusionOk="0">
                <a:moveTo>
                  <a:pt x="0" y="1"/>
                </a:moveTo>
                <a:lnTo>
                  <a:pt x="0" y="367"/>
                </a:lnTo>
                <a:lnTo>
                  <a:pt x="4437" y="367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5" name="Google Shape;1425;p82"/>
          <p:cNvSpPr/>
          <p:nvPr/>
        </p:nvSpPr>
        <p:spPr>
          <a:xfrm>
            <a:off x="5343788" y="4304475"/>
            <a:ext cx="120950" cy="9200"/>
          </a:xfrm>
          <a:custGeom>
            <a:avLst/>
            <a:gdLst/>
            <a:ahLst/>
            <a:cxnLst/>
            <a:rect l="l" t="t" r="r" b="b"/>
            <a:pathLst>
              <a:path w="4838" h="368" extrusionOk="0">
                <a:moveTo>
                  <a:pt x="0" y="1"/>
                </a:moveTo>
                <a:lnTo>
                  <a:pt x="0" y="368"/>
                </a:lnTo>
                <a:lnTo>
                  <a:pt x="4837" y="368"/>
                </a:lnTo>
                <a:lnTo>
                  <a:pt x="4837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6" name="Google Shape;1426;p82"/>
          <p:cNvSpPr/>
          <p:nvPr/>
        </p:nvSpPr>
        <p:spPr>
          <a:xfrm>
            <a:off x="5178663" y="4229425"/>
            <a:ext cx="110950" cy="159325"/>
          </a:xfrm>
          <a:custGeom>
            <a:avLst/>
            <a:gdLst/>
            <a:ahLst/>
            <a:cxnLst/>
            <a:rect l="l" t="t" r="r" b="b"/>
            <a:pathLst>
              <a:path w="4438" h="6373" extrusionOk="0">
                <a:moveTo>
                  <a:pt x="1" y="1"/>
                </a:moveTo>
                <a:lnTo>
                  <a:pt x="1" y="6372"/>
                </a:lnTo>
                <a:lnTo>
                  <a:pt x="4437" y="6372"/>
                </a:lnTo>
                <a:lnTo>
                  <a:pt x="4437" y="1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82"/>
          <p:cNvSpPr/>
          <p:nvPr/>
        </p:nvSpPr>
        <p:spPr>
          <a:xfrm>
            <a:off x="5168663" y="4220250"/>
            <a:ext cx="130950" cy="178500"/>
          </a:xfrm>
          <a:custGeom>
            <a:avLst/>
            <a:gdLst/>
            <a:ahLst/>
            <a:cxnLst/>
            <a:rect l="l" t="t" r="r" b="b"/>
            <a:pathLst>
              <a:path w="5238" h="7140" extrusionOk="0">
                <a:moveTo>
                  <a:pt x="301" y="1"/>
                </a:moveTo>
                <a:cubicBezTo>
                  <a:pt x="134" y="1"/>
                  <a:pt x="0" y="134"/>
                  <a:pt x="0" y="334"/>
                </a:cubicBezTo>
                <a:lnTo>
                  <a:pt x="0" y="6839"/>
                </a:lnTo>
                <a:cubicBezTo>
                  <a:pt x="0" y="7006"/>
                  <a:pt x="134" y="7139"/>
                  <a:pt x="301" y="7139"/>
                </a:cubicBezTo>
                <a:lnTo>
                  <a:pt x="4937" y="7139"/>
                </a:lnTo>
                <a:cubicBezTo>
                  <a:pt x="5104" y="7139"/>
                  <a:pt x="5238" y="7006"/>
                  <a:pt x="5238" y="6839"/>
                </a:cubicBezTo>
                <a:lnTo>
                  <a:pt x="5238" y="334"/>
                </a:lnTo>
                <a:cubicBezTo>
                  <a:pt x="5238" y="134"/>
                  <a:pt x="5104" y="1"/>
                  <a:pt x="4937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82"/>
          <p:cNvSpPr/>
          <p:nvPr/>
        </p:nvSpPr>
        <p:spPr>
          <a:xfrm>
            <a:off x="5178663" y="4229425"/>
            <a:ext cx="110950" cy="159325"/>
          </a:xfrm>
          <a:custGeom>
            <a:avLst/>
            <a:gdLst/>
            <a:ahLst/>
            <a:cxnLst/>
            <a:rect l="l" t="t" r="r" b="b"/>
            <a:pathLst>
              <a:path w="4438" h="6373" extrusionOk="0">
                <a:moveTo>
                  <a:pt x="1" y="1"/>
                </a:moveTo>
                <a:lnTo>
                  <a:pt x="1" y="6372"/>
                </a:lnTo>
                <a:lnTo>
                  <a:pt x="4437" y="6372"/>
                </a:lnTo>
                <a:lnTo>
                  <a:pt x="4437" y="1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82"/>
          <p:cNvSpPr/>
          <p:nvPr/>
        </p:nvSpPr>
        <p:spPr>
          <a:xfrm>
            <a:off x="5230363" y="4226925"/>
            <a:ext cx="9200" cy="165150"/>
          </a:xfrm>
          <a:custGeom>
            <a:avLst/>
            <a:gdLst/>
            <a:ahLst/>
            <a:cxnLst/>
            <a:rect l="l" t="t" r="r" b="b"/>
            <a:pathLst>
              <a:path w="368" h="6606" extrusionOk="0">
                <a:moveTo>
                  <a:pt x="1" y="1"/>
                </a:moveTo>
                <a:lnTo>
                  <a:pt x="1" y="6606"/>
                </a:lnTo>
                <a:lnTo>
                  <a:pt x="368" y="6606"/>
                </a:lnTo>
                <a:lnTo>
                  <a:pt x="368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82"/>
          <p:cNvSpPr/>
          <p:nvPr/>
        </p:nvSpPr>
        <p:spPr>
          <a:xfrm>
            <a:off x="5178663" y="4229425"/>
            <a:ext cx="110950" cy="8375"/>
          </a:xfrm>
          <a:custGeom>
            <a:avLst/>
            <a:gdLst/>
            <a:ahLst/>
            <a:cxnLst/>
            <a:rect l="l" t="t" r="r" b="b"/>
            <a:pathLst>
              <a:path w="4438" h="335" extrusionOk="0">
                <a:moveTo>
                  <a:pt x="1" y="1"/>
                </a:moveTo>
                <a:lnTo>
                  <a:pt x="1" y="334"/>
                </a:lnTo>
                <a:lnTo>
                  <a:pt x="4437" y="334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82"/>
          <p:cNvSpPr/>
          <p:nvPr/>
        </p:nvSpPr>
        <p:spPr>
          <a:xfrm>
            <a:off x="5178663" y="4312825"/>
            <a:ext cx="110950" cy="9200"/>
          </a:xfrm>
          <a:custGeom>
            <a:avLst/>
            <a:gdLst/>
            <a:ahLst/>
            <a:cxnLst/>
            <a:rect l="l" t="t" r="r" b="b"/>
            <a:pathLst>
              <a:path w="4438" h="368" extrusionOk="0">
                <a:moveTo>
                  <a:pt x="1" y="1"/>
                </a:moveTo>
                <a:lnTo>
                  <a:pt x="1" y="367"/>
                </a:lnTo>
                <a:lnTo>
                  <a:pt x="4437" y="367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2" name="Google Shape;1432;p82"/>
          <p:cNvSpPr/>
          <p:nvPr/>
        </p:nvSpPr>
        <p:spPr>
          <a:xfrm>
            <a:off x="5174488" y="4304475"/>
            <a:ext cx="120950" cy="9200"/>
          </a:xfrm>
          <a:custGeom>
            <a:avLst/>
            <a:gdLst/>
            <a:ahLst/>
            <a:cxnLst/>
            <a:rect l="l" t="t" r="r" b="b"/>
            <a:pathLst>
              <a:path w="4838" h="368" extrusionOk="0">
                <a:moveTo>
                  <a:pt x="1" y="1"/>
                </a:moveTo>
                <a:lnTo>
                  <a:pt x="1" y="368"/>
                </a:lnTo>
                <a:lnTo>
                  <a:pt x="4838" y="368"/>
                </a:lnTo>
                <a:lnTo>
                  <a:pt x="4838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3" name="Google Shape;1433;p82"/>
          <p:cNvSpPr/>
          <p:nvPr/>
        </p:nvSpPr>
        <p:spPr>
          <a:xfrm>
            <a:off x="5009388" y="4229425"/>
            <a:ext cx="110925" cy="160150"/>
          </a:xfrm>
          <a:custGeom>
            <a:avLst/>
            <a:gdLst/>
            <a:ahLst/>
            <a:cxnLst/>
            <a:rect l="l" t="t" r="r" b="b"/>
            <a:pathLst>
              <a:path w="4437" h="6406" extrusionOk="0">
                <a:moveTo>
                  <a:pt x="0" y="1"/>
                </a:moveTo>
                <a:lnTo>
                  <a:pt x="0" y="6405"/>
                </a:lnTo>
                <a:lnTo>
                  <a:pt x="4437" y="6405"/>
                </a:lnTo>
                <a:lnTo>
                  <a:pt x="4437" y="1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p82"/>
          <p:cNvSpPr/>
          <p:nvPr/>
        </p:nvSpPr>
        <p:spPr>
          <a:xfrm>
            <a:off x="4999363" y="4220250"/>
            <a:ext cx="131800" cy="178500"/>
          </a:xfrm>
          <a:custGeom>
            <a:avLst/>
            <a:gdLst/>
            <a:ahLst/>
            <a:cxnLst/>
            <a:rect l="l" t="t" r="r" b="b"/>
            <a:pathLst>
              <a:path w="5272" h="7140" extrusionOk="0">
                <a:moveTo>
                  <a:pt x="335" y="1"/>
                </a:moveTo>
                <a:cubicBezTo>
                  <a:pt x="134" y="1"/>
                  <a:pt x="1" y="134"/>
                  <a:pt x="1" y="334"/>
                </a:cubicBezTo>
                <a:lnTo>
                  <a:pt x="1" y="6839"/>
                </a:lnTo>
                <a:cubicBezTo>
                  <a:pt x="1" y="7006"/>
                  <a:pt x="134" y="7139"/>
                  <a:pt x="335" y="7139"/>
                </a:cubicBezTo>
                <a:lnTo>
                  <a:pt x="4938" y="7139"/>
                </a:lnTo>
                <a:cubicBezTo>
                  <a:pt x="5105" y="7139"/>
                  <a:pt x="5271" y="7006"/>
                  <a:pt x="5271" y="6839"/>
                </a:cubicBezTo>
                <a:lnTo>
                  <a:pt x="5271" y="334"/>
                </a:lnTo>
                <a:cubicBezTo>
                  <a:pt x="5271" y="134"/>
                  <a:pt x="5105" y="1"/>
                  <a:pt x="4938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5" name="Google Shape;1435;p82"/>
          <p:cNvSpPr/>
          <p:nvPr/>
        </p:nvSpPr>
        <p:spPr>
          <a:xfrm>
            <a:off x="5009388" y="4229425"/>
            <a:ext cx="110925" cy="160150"/>
          </a:xfrm>
          <a:custGeom>
            <a:avLst/>
            <a:gdLst/>
            <a:ahLst/>
            <a:cxnLst/>
            <a:rect l="l" t="t" r="r" b="b"/>
            <a:pathLst>
              <a:path w="4437" h="6406" extrusionOk="0">
                <a:moveTo>
                  <a:pt x="0" y="1"/>
                </a:moveTo>
                <a:lnTo>
                  <a:pt x="0" y="6405"/>
                </a:lnTo>
                <a:lnTo>
                  <a:pt x="4437" y="6405"/>
                </a:lnTo>
                <a:lnTo>
                  <a:pt x="4437" y="1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6" name="Google Shape;1436;p82"/>
          <p:cNvSpPr/>
          <p:nvPr/>
        </p:nvSpPr>
        <p:spPr>
          <a:xfrm>
            <a:off x="5061913" y="4226925"/>
            <a:ext cx="8375" cy="165150"/>
          </a:xfrm>
          <a:custGeom>
            <a:avLst/>
            <a:gdLst/>
            <a:ahLst/>
            <a:cxnLst/>
            <a:rect l="l" t="t" r="r" b="b"/>
            <a:pathLst>
              <a:path w="335" h="6606" extrusionOk="0">
                <a:moveTo>
                  <a:pt x="1" y="1"/>
                </a:moveTo>
                <a:lnTo>
                  <a:pt x="1" y="6606"/>
                </a:lnTo>
                <a:lnTo>
                  <a:pt x="334" y="6606"/>
                </a:lnTo>
                <a:lnTo>
                  <a:pt x="334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7" name="Google Shape;1437;p82"/>
          <p:cNvSpPr/>
          <p:nvPr/>
        </p:nvSpPr>
        <p:spPr>
          <a:xfrm>
            <a:off x="5009388" y="4229425"/>
            <a:ext cx="110925" cy="8375"/>
          </a:xfrm>
          <a:custGeom>
            <a:avLst/>
            <a:gdLst/>
            <a:ahLst/>
            <a:cxnLst/>
            <a:rect l="l" t="t" r="r" b="b"/>
            <a:pathLst>
              <a:path w="4437" h="335" extrusionOk="0">
                <a:moveTo>
                  <a:pt x="0" y="1"/>
                </a:moveTo>
                <a:lnTo>
                  <a:pt x="0" y="334"/>
                </a:lnTo>
                <a:lnTo>
                  <a:pt x="4437" y="334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8" name="Google Shape;1438;p82"/>
          <p:cNvSpPr/>
          <p:nvPr/>
        </p:nvSpPr>
        <p:spPr>
          <a:xfrm>
            <a:off x="5009388" y="4312825"/>
            <a:ext cx="110925" cy="9200"/>
          </a:xfrm>
          <a:custGeom>
            <a:avLst/>
            <a:gdLst/>
            <a:ahLst/>
            <a:cxnLst/>
            <a:rect l="l" t="t" r="r" b="b"/>
            <a:pathLst>
              <a:path w="4437" h="368" extrusionOk="0">
                <a:moveTo>
                  <a:pt x="0" y="1"/>
                </a:moveTo>
                <a:lnTo>
                  <a:pt x="0" y="367"/>
                </a:lnTo>
                <a:lnTo>
                  <a:pt x="4437" y="367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9" name="Google Shape;1439;p82"/>
          <p:cNvSpPr/>
          <p:nvPr/>
        </p:nvSpPr>
        <p:spPr>
          <a:xfrm>
            <a:off x="5006038" y="4304475"/>
            <a:ext cx="120125" cy="9200"/>
          </a:xfrm>
          <a:custGeom>
            <a:avLst/>
            <a:gdLst/>
            <a:ahLst/>
            <a:cxnLst/>
            <a:rect l="l" t="t" r="r" b="b"/>
            <a:pathLst>
              <a:path w="4805" h="368" extrusionOk="0">
                <a:moveTo>
                  <a:pt x="1" y="1"/>
                </a:moveTo>
                <a:lnTo>
                  <a:pt x="1" y="368"/>
                </a:lnTo>
                <a:lnTo>
                  <a:pt x="4804" y="368"/>
                </a:lnTo>
                <a:lnTo>
                  <a:pt x="4804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0" name="Google Shape;1440;p82"/>
          <p:cNvSpPr/>
          <p:nvPr/>
        </p:nvSpPr>
        <p:spPr>
          <a:xfrm>
            <a:off x="4923488" y="4145200"/>
            <a:ext cx="954875" cy="40900"/>
          </a:xfrm>
          <a:custGeom>
            <a:avLst/>
            <a:gdLst/>
            <a:ahLst/>
            <a:cxnLst/>
            <a:rect l="l" t="t" r="r" b="b"/>
            <a:pathLst>
              <a:path w="38195" h="1636" extrusionOk="0">
                <a:moveTo>
                  <a:pt x="0" y="1"/>
                </a:moveTo>
                <a:lnTo>
                  <a:pt x="0" y="1635"/>
                </a:lnTo>
                <a:lnTo>
                  <a:pt x="38194" y="1635"/>
                </a:lnTo>
                <a:lnTo>
                  <a:pt x="38194" y="1"/>
                </a:lnTo>
                <a:close/>
              </a:path>
            </a:pathLst>
          </a:custGeom>
          <a:solidFill>
            <a:srgbClr val="E0D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1" name="Google Shape;1441;p82"/>
          <p:cNvSpPr/>
          <p:nvPr/>
        </p:nvSpPr>
        <p:spPr>
          <a:xfrm>
            <a:off x="4923488" y="3747425"/>
            <a:ext cx="954875" cy="74250"/>
          </a:xfrm>
          <a:custGeom>
            <a:avLst/>
            <a:gdLst/>
            <a:ahLst/>
            <a:cxnLst/>
            <a:rect l="l" t="t" r="r" b="b"/>
            <a:pathLst>
              <a:path w="38195" h="2970" extrusionOk="0">
                <a:moveTo>
                  <a:pt x="0" y="0"/>
                </a:moveTo>
                <a:lnTo>
                  <a:pt x="0" y="2969"/>
                </a:lnTo>
                <a:lnTo>
                  <a:pt x="38194" y="2969"/>
                </a:lnTo>
                <a:lnTo>
                  <a:pt x="38194" y="0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82"/>
          <p:cNvSpPr/>
          <p:nvPr/>
        </p:nvSpPr>
        <p:spPr>
          <a:xfrm>
            <a:off x="4918488" y="4117675"/>
            <a:ext cx="990725" cy="46725"/>
          </a:xfrm>
          <a:custGeom>
            <a:avLst/>
            <a:gdLst/>
            <a:ahLst/>
            <a:cxnLst/>
            <a:rect l="l" t="t" r="r" b="b"/>
            <a:pathLst>
              <a:path w="39629" h="1869" extrusionOk="0">
                <a:moveTo>
                  <a:pt x="0" y="1"/>
                </a:moveTo>
                <a:lnTo>
                  <a:pt x="0" y="1869"/>
                </a:lnTo>
                <a:lnTo>
                  <a:pt x="38695" y="1869"/>
                </a:lnTo>
                <a:cubicBezTo>
                  <a:pt x="39195" y="1869"/>
                  <a:pt x="39629" y="1469"/>
                  <a:pt x="39629" y="935"/>
                </a:cubicBezTo>
                <a:cubicBezTo>
                  <a:pt x="39629" y="401"/>
                  <a:pt x="39195" y="1"/>
                  <a:pt x="38695" y="1"/>
                </a:cubicBezTo>
                <a:close/>
              </a:path>
            </a:pathLst>
          </a:custGeom>
          <a:solidFill>
            <a:srgbClr val="FDE8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3" name="Google Shape;1443;p82"/>
          <p:cNvSpPr/>
          <p:nvPr/>
        </p:nvSpPr>
        <p:spPr>
          <a:xfrm>
            <a:off x="4915988" y="4455425"/>
            <a:ext cx="980725" cy="201000"/>
          </a:xfrm>
          <a:custGeom>
            <a:avLst/>
            <a:gdLst/>
            <a:ahLst/>
            <a:cxnLst/>
            <a:rect l="l" t="t" r="r" b="b"/>
            <a:pathLst>
              <a:path w="39229" h="8040" extrusionOk="0">
                <a:moveTo>
                  <a:pt x="367" y="1"/>
                </a:moveTo>
                <a:cubicBezTo>
                  <a:pt x="167" y="1"/>
                  <a:pt x="0" y="167"/>
                  <a:pt x="0" y="368"/>
                </a:cubicBezTo>
                <a:lnTo>
                  <a:pt x="0" y="7673"/>
                </a:lnTo>
                <a:cubicBezTo>
                  <a:pt x="0" y="7873"/>
                  <a:pt x="167" y="8040"/>
                  <a:pt x="367" y="8040"/>
                </a:cubicBezTo>
                <a:lnTo>
                  <a:pt x="38861" y="8040"/>
                </a:lnTo>
                <a:cubicBezTo>
                  <a:pt x="39061" y="8040"/>
                  <a:pt x="39228" y="7873"/>
                  <a:pt x="39228" y="7673"/>
                </a:cubicBezTo>
                <a:lnTo>
                  <a:pt x="39228" y="368"/>
                </a:lnTo>
                <a:cubicBezTo>
                  <a:pt x="39228" y="167"/>
                  <a:pt x="39061" y="1"/>
                  <a:pt x="38861" y="1"/>
                </a:cubicBezTo>
                <a:close/>
              </a:path>
            </a:pathLst>
          </a:custGeom>
          <a:solidFill>
            <a:srgbClr val="5213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4" name="Google Shape;1444;p82"/>
          <p:cNvSpPr/>
          <p:nvPr/>
        </p:nvSpPr>
        <p:spPr>
          <a:xfrm>
            <a:off x="3266463" y="3747425"/>
            <a:ext cx="954875" cy="895675"/>
          </a:xfrm>
          <a:custGeom>
            <a:avLst/>
            <a:gdLst/>
            <a:ahLst/>
            <a:cxnLst/>
            <a:rect l="l" t="t" r="r" b="b"/>
            <a:pathLst>
              <a:path w="38195" h="35827" extrusionOk="0">
                <a:moveTo>
                  <a:pt x="1" y="0"/>
                </a:moveTo>
                <a:lnTo>
                  <a:pt x="1" y="35826"/>
                </a:lnTo>
                <a:lnTo>
                  <a:pt x="38195" y="35826"/>
                </a:lnTo>
                <a:lnTo>
                  <a:pt x="38195" y="0"/>
                </a:lnTo>
                <a:close/>
              </a:path>
            </a:pathLst>
          </a:custGeom>
          <a:solidFill>
            <a:srgbClr val="F3B9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5" name="Google Shape;1445;p82"/>
          <p:cNvSpPr/>
          <p:nvPr/>
        </p:nvSpPr>
        <p:spPr>
          <a:xfrm>
            <a:off x="3347363" y="3880025"/>
            <a:ext cx="110925" cy="159300"/>
          </a:xfrm>
          <a:custGeom>
            <a:avLst/>
            <a:gdLst/>
            <a:ahLst/>
            <a:cxnLst/>
            <a:rect l="l" t="t" r="r" b="b"/>
            <a:pathLst>
              <a:path w="4437" h="6372" extrusionOk="0">
                <a:moveTo>
                  <a:pt x="0" y="0"/>
                </a:moveTo>
                <a:lnTo>
                  <a:pt x="0" y="6371"/>
                </a:lnTo>
                <a:lnTo>
                  <a:pt x="4437" y="6371"/>
                </a:lnTo>
                <a:lnTo>
                  <a:pt x="4437" y="0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6" name="Google Shape;1446;p82"/>
          <p:cNvSpPr/>
          <p:nvPr/>
        </p:nvSpPr>
        <p:spPr>
          <a:xfrm>
            <a:off x="3337363" y="3870000"/>
            <a:ext cx="131775" cy="178500"/>
          </a:xfrm>
          <a:custGeom>
            <a:avLst/>
            <a:gdLst/>
            <a:ahLst/>
            <a:cxnLst/>
            <a:rect l="l" t="t" r="r" b="b"/>
            <a:pathLst>
              <a:path w="5271" h="7140" extrusionOk="0">
                <a:moveTo>
                  <a:pt x="334" y="1"/>
                </a:moveTo>
                <a:cubicBezTo>
                  <a:pt x="167" y="1"/>
                  <a:pt x="0" y="134"/>
                  <a:pt x="0" y="334"/>
                </a:cubicBezTo>
                <a:lnTo>
                  <a:pt x="0" y="6839"/>
                </a:lnTo>
                <a:cubicBezTo>
                  <a:pt x="0" y="7006"/>
                  <a:pt x="134" y="7139"/>
                  <a:pt x="334" y="7139"/>
                </a:cubicBezTo>
                <a:lnTo>
                  <a:pt x="4937" y="7139"/>
                </a:lnTo>
                <a:cubicBezTo>
                  <a:pt x="5137" y="7139"/>
                  <a:pt x="5271" y="7006"/>
                  <a:pt x="5271" y="6839"/>
                </a:cubicBezTo>
                <a:lnTo>
                  <a:pt x="5271" y="334"/>
                </a:lnTo>
                <a:cubicBezTo>
                  <a:pt x="5271" y="168"/>
                  <a:pt x="5104" y="1"/>
                  <a:pt x="4937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7" name="Google Shape;1447;p82"/>
          <p:cNvSpPr/>
          <p:nvPr/>
        </p:nvSpPr>
        <p:spPr>
          <a:xfrm>
            <a:off x="3347363" y="3880025"/>
            <a:ext cx="110925" cy="159300"/>
          </a:xfrm>
          <a:custGeom>
            <a:avLst/>
            <a:gdLst/>
            <a:ahLst/>
            <a:cxnLst/>
            <a:rect l="l" t="t" r="r" b="b"/>
            <a:pathLst>
              <a:path w="4437" h="6372" extrusionOk="0">
                <a:moveTo>
                  <a:pt x="0" y="0"/>
                </a:moveTo>
                <a:lnTo>
                  <a:pt x="0" y="6371"/>
                </a:lnTo>
                <a:lnTo>
                  <a:pt x="4437" y="6371"/>
                </a:lnTo>
                <a:lnTo>
                  <a:pt x="4437" y="0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8" name="Google Shape;1448;p82"/>
          <p:cNvSpPr/>
          <p:nvPr/>
        </p:nvSpPr>
        <p:spPr>
          <a:xfrm>
            <a:off x="3397388" y="3876675"/>
            <a:ext cx="9200" cy="165150"/>
          </a:xfrm>
          <a:custGeom>
            <a:avLst/>
            <a:gdLst/>
            <a:ahLst/>
            <a:cxnLst/>
            <a:rect l="l" t="t" r="r" b="b"/>
            <a:pathLst>
              <a:path w="368" h="6606" extrusionOk="0">
                <a:moveTo>
                  <a:pt x="1" y="1"/>
                </a:moveTo>
                <a:lnTo>
                  <a:pt x="1" y="6605"/>
                </a:lnTo>
                <a:lnTo>
                  <a:pt x="368" y="6605"/>
                </a:lnTo>
                <a:lnTo>
                  <a:pt x="368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9" name="Google Shape;1449;p82"/>
          <p:cNvSpPr/>
          <p:nvPr/>
        </p:nvSpPr>
        <p:spPr>
          <a:xfrm>
            <a:off x="3347363" y="3880025"/>
            <a:ext cx="110925" cy="7525"/>
          </a:xfrm>
          <a:custGeom>
            <a:avLst/>
            <a:gdLst/>
            <a:ahLst/>
            <a:cxnLst/>
            <a:rect l="l" t="t" r="r" b="b"/>
            <a:pathLst>
              <a:path w="4437" h="301" extrusionOk="0">
                <a:moveTo>
                  <a:pt x="0" y="0"/>
                </a:moveTo>
                <a:lnTo>
                  <a:pt x="0" y="300"/>
                </a:lnTo>
                <a:lnTo>
                  <a:pt x="4437" y="300"/>
                </a:lnTo>
                <a:lnTo>
                  <a:pt x="4437" y="0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0" name="Google Shape;1450;p82"/>
          <p:cNvSpPr/>
          <p:nvPr/>
        </p:nvSpPr>
        <p:spPr>
          <a:xfrm>
            <a:off x="3347363" y="3962575"/>
            <a:ext cx="110925" cy="9200"/>
          </a:xfrm>
          <a:custGeom>
            <a:avLst/>
            <a:gdLst/>
            <a:ahLst/>
            <a:cxnLst/>
            <a:rect l="l" t="t" r="r" b="b"/>
            <a:pathLst>
              <a:path w="4437" h="368" extrusionOk="0">
                <a:moveTo>
                  <a:pt x="0" y="1"/>
                </a:moveTo>
                <a:lnTo>
                  <a:pt x="0" y="367"/>
                </a:lnTo>
                <a:lnTo>
                  <a:pt x="4437" y="367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1" name="Google Shape;1451;p82"/>
          <p:cNvSpPr/>
          <p:nvPr/>
        </p:nvSpPr>
        <p:spPr>
          <a:xfrm>
            <a:off x="3341513" y="3955075"/>
            <a:ext cx="120950" cy="8350"/>
          </a:xfrm>
          <a:custGeom>
            <a:avLst/>
            <a:gdLst/>
            <a:ahLst/>
            <a:cxnLst/>
            <a:rect l="l" t="t" r="r" b="b"/>
            <a:pathLst>
              <a:path w="4838" h="334" extrusionOk="0">
                <a:moveTo>
                  <a:pt x="1" y="0"/>
                </a:moveTo>
                <a:lnTo>
                  <a:pt x="1" y="334"/>
                </a:lnTo>
                <a:lnTo>
                  <a:pt x="4838" y="334"/>
                </a:lnTo>
                <a:lnTo>
                  <a:pt x="4838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82"/>
          <p:cNvSpPr/>
          <p:nvPr/>
        </p:nvSpPr>
        <p:spPr>
          <a:xfrm>
            <a:off x="3516638" y="3880025"/>
            <a:ext cx="110950" cy="159300"/>
          </a:xfrm>
          <a:custGeom>
            <a:avLst/>
            <a:gdLst/>
            <a:ahLst/>
            <a:cxnLst/>
            <a:rect l="l" t="t" r="r" b="b"/>
            <a:pathLst>
              <a:path w="4438" h="6372" extrusionOk="0">
                <a:moveTo>
                  <a:pt x="1" y="0"/>
                </a:moveTo>
                <a:lnTo>
                  <a:pt x="1" y="6371"/>
                </a:lnTo>
                <a:lnTo>
                  <a:pt x="4437" y="6371"/>
                </a:lnTo>
                <a:lnTo>
                  <a:pt x="4437" y="0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82"/>
          <p:cNvSpPr/>
          <p:nvPr/>
        </p:nvSpPr>
        <p:spPr>
          <a:xfrm>
            <a:off x="3506638" y="3870000"/>
            <a:ext cx="131800" cy="178500"/>
          </a:xfrm>
          <a:custGeom>
            <a:avLst/>
            <a:gdLst/>
            <a:ahLst/>
            <a:cxnLst/>
            <a:rect l="l" t="t" r="r" b="b"/>
            <a:pathLst>
              <a:path w="5272" h="7140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lnTo>
                  <a:pt x="1" y="6839"/>
                </a:lnTo>
                <a:cubicBezTo>
                  <a:pt x="1" y="7006"/>
                  <a:pt x="134" y="7139"/>
                  <a:pt x="334" y="7139"/>
                </a:cubicBezTo>
                <a:lnTo>
                  <a:pt x="4938" y="7139"/>
                </a:lnTo>
                <a:cubicBezTo>
                  <a:pt x="5104" y="7139"/>
                  <a:pt x="5271" y="7006"/>
                  <a:pt x="5271" y="6839"/>
                </a:cubicBezTo>
                <a:lnTo>
                  <a:pt x="5271" y="334"/>
                </a:lnTo>
                <a:cubicBezTo>
                  <a:pt x="5271" y="168"/>
                  <a:pt x="5104" y="1"/>
                  <a:pt x="4938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4" name="Google Shape;1454;p82"/>
          <p:cNvSpPr/>
          <p:nvPr/>
        </p:nvSpPr>
        <p:spPr>
          <a:xfrm>
            <a:off x="3516638" y="3880025"/>
            <a:ext cx="110950" cy="159300"/>
          </a:xfrm>
          <a:custGeom>
            <a:avLst/>
            <a:gdLst/>
            <a:ahLst/>
            <a:cxnLst/>
            <a:rect l="l" t="t" r="r" b="b"/>
            <a:pathLst>
              <a:path w="4438" h="6372" extrusionOk="0">
                <a:moveTo>
                  <a:pt x="1" y="0"/>
                </a:moveTo>
                <a:lnTo>
                  <a:pt x="1" y="6371"/>
                </a:lnTo>
                <a:lnTo>
                  <a:pt x="4437" y="6371"/>
                </a:lnTo>
                <a:lnTo>
                  <a:pt x="4437" y="0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5" name="Google Shape;1455;p82"/>
          <p:cNvSpPr/>
          <p:nvPr/>
        </p:nvSpPr>
        <p:spPr>
          <a:xfrm>
            <a:off x="3566688" y="3877525"/>
            <a:ext cx="9200" cy="164300"/>
          </a:xfrm>
          <a:custGeom>
            <a:avLst/>
            <a:gdLst/>
            <a:ahLst/>
            <a:cxnLst/>
            <a:rect l="l" t="t" r="r" b="b"/>
            <a:pathLst>
              <a:path w="368" h="6572" extrusionOk="0">
                <a:moveTo>
                  <a:pt x="0" y="0"/>
                </a:moveTo>
                <a:lnTo>
                  <a:pt x="0" y="6571"/>
                </a:lnTo>
                <a:lnTo>
                  <a:pt x="367" y="6571"/>
                </a:lnTo>
                <a:lnTo>
                  <a:pt x="367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6" name="Google Shape;1456;p82"/>
          <p:cNvSpPr/>
          <p:nvPr/>
        </p:nvSpPr>
        <p:spPr>
          <a:xfrm>
            <a:off x="3516638" y="3880025"/>
            <a:ext cx="110950" cy="7525"/>
          </a:xfrm>
          <a:custGeom>
            <a:avLst/>
            <a:gdLst/>
            <a:ahLst/>
            <a:cxnLst/>
            <a:rect l="l" t="t" r="r" b="b"/>
            <a:pathLst>
              <a:path w="4438" h="301" extrusionOk="0">
                <a:moveTo>
                  <a:pt x="1" y="0"/>
                </a:moveTo>
                <a:lnTo>
                  <a:pt x="1" y="300"/>
                </a:lnTo>
                <a:lnTo>
                  <a:pt x="4437" y="300"/>
                </a:lnTo>
                <a:lnTo>
                  <a:pt x="4437" y="0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7" name="Google Shape;1457;p82"/>
          <p:cNvSpPr/>
          <p:nvPr/>
        </p:nvSpPr>
        <p:spPr>
          <a:xfrm>
            <a:off x="3516638" y="3962575"/>
            <a:ext cx="110950" cy="9200"/>
          </a:xfrm>
          <a:custGeom>
            <a:avLst/>
            <a:gdLst/>
            <a:ahLst/>
            <a:cxnLst/>
            <a:rect l="l" t="t" r="r" b="b"/>
            <a:pathLst>
              <a:path w="4438" h="368" extrusionOk="0">
                <a:moveTo>
                  <a:pt x="1" y="1"/>
                </a:moveTo>
                <a:lnTo>
                  <a:pt x="1" y="367"/>
                </a:lnTo>
                <a:lnTo>
                  <a:pt x="4437" y="367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8" name="Google Shape;1458;p82"/>
          <p:cNvSpPr/>
          <p:nvPr/>
        </p:nvSpPr>
        <p:spPr>
          <a:xfrm>
            <a:off x="3510813" y="3955075"/>
            <a:ext cx="120950" cy="8350"/>
          </a:xfrm>
          <a:custGeom>
            <a:avLst/>
            <a:gdLst/>
            <a:ahLst/>
            <a:cxnLst/>
            <a:rect l="l" t="t" r="r" b="b"/>
            <a:pathLst>
              <a:path w="4838" h="334" extrusionOk="0">
                <a:moveTo>
                  <a:pt x="0" y="0"/>
                </a:moveTo>
                <a:lnTo>
                  <a:pt x="0" y="334"/>
                </a:lnTo>
                <a:lnTo>
                  <a:pt x="4837" y="334"/>
                </a:lnTo>
                <a:lnTo>
                  <a:pt x="4837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9" name="Google Shape;1459;p82"/>
          <p:cNvSpPr/>
          <p:nvPr/>
        </p:nvSpPr>
        <p:spPr>
          <a:xfrm>
            <a:off x="3685938" y="3880025"/>
            <a:ext cx="110925" cy="159300"/>
          </a:xfrm>
          <a:custGeom>
            <a:avLst/>
            <a:gdLst/>
            <a:ahLst/>
            <a:cxnLst/>
            <a:rect l="l" t="t" r="r" b="b"/>
            <a:pathLst>
              <a:path w="4437" h="6372" extrusionOk="0">
                <a:moveTo>
                  <a:pt x="0" y="0"/>
                </a:moveTo>
                <a:lnTo>
                  <a:pt x="0" y="6371"/>
                </a:lnTo>
                <a:lnTo>
                  <a:pt x="4437" y="6371"/>
                </a:lnTo>
                <a:lnTo>
                  <a:pt x="4437" y="0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0" name="Google Shape;1460;p82"/>
          <p:cNvSpPr/>
          <p:nvPr/>
        </p:nvSpPr>
        <p:spPr>
          <a:xfrm>
            <a:off x="3675938" y="3870000"/>
            <a:ext cx="130950" cy="178500"/>
          </a:xfrm>
          <a:custGeom>
            <a:avLst/>
            <a:gdLst/>
            <a:ahLst/>
            <a:cxnLst/>
            <a:rect l="l" t="t" r="r" b="b"/>
            <a:pathLst>
              <a:path w="5238" h="7140" extrusionOk="0">
                <a:moveTo>
                  <a:pt x="300" y="1"/>
                </a:moveTo>
                <a:cubicBezTo>
                  <a:pt x="134" y="1"/>
                  <a:pt x="0" y="134"/>
                  <a:pt x="0" y="334"/>
                </a:cubicBezTo>
                <a:lnTo>
                  <a:pt x="0" y="6839"/>
                </a:lnTo>
                <a:cubicBezTo>
                  <a:pt x="0" y="7006"/>
                  <a:pt x="134" y="7139"/>
                  <a:pt x="300" y="7139"/>
                </a:cubicBezTo>
                <a:lnTo>
                  <a:pt x="4937" y="7139"/>
                </a:lnTo>
                <a:cubicBezTo>
                  <a:pt x="5104" y="7139"/>
                  <a:pt x="5237" y="7006"/>
                  <a:pt x="5237" y="6839"/>
                </a:cubicBezTo>
                <a:lnTo>
                  <a:pt x="5237" y="334"/>
                </a:lnTo>
                <a:cubicBezTo>
                  <a:pt x="5237" y="168"/>
                  <a:pt x="5104" y="1"/>
                  <a:pt x="4937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1" name="Google Shape;1461;p82"/>
          <p:cNvSpPr/>
          <p:nvPr/>
        </p:nvSpPr>
        <p:spPr>
          <a:xfrm>
            <a:off x="3685938" y="3880025"/>
            <a:ext cx="110925" cy="159300"/>
          </a:xfrm>
          <a:custGeom>
            <a:avLst/>
            <a:gdLst/>
            <a:ahLst/>
            <a:cxnLst/>
            <a:rect l="l" t="t" r="r" b="b"/>
            <a:pathLst>
              <a:path w="4437" h="6372" extrusionOk="0">
                <a:moveTo>
                  <a:pt x="0" y="0"/>
                </a:moveTo>
                <a:lnTo>
                  <a:pt x="0" y="6371"/>
                </a:lnTo>
                <a:lnTo>
                  <a:pt x="4437" y="6371"/>
                </a:lnTo>
                <a:lnTo>
                  <a:pt x="4437" y="0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2" name="Google Shape;1462;p82"/>
          <p:cNvSpPr/>
          <p:nvPr/>
        </p:nvSpPr>
        <p:spPr>
          <a:xfrm>
            <a:off x="3735963" y="3877525"/>
            <a:ext cx="9200" cy="164300"/>
          </a:xfrm>
          <a:custGeom>
            <a:avLst/>
            <a:gdLst/>
            <a:ahLst/>
            <a:cxnLst/>
            <a:rect l="l" t="t" r="r" b="b"/>
            <a:pathLst>
              <a:path w="368" h="6572" extrusionOk="0">
                <a:moveTo>
                  <a:pt x="1" y="0"/>
                </a:moveTo>
                <a:lnTo>
                  <a:pt x="1" y="6571"/>
                </a:lnTo>
                <a:lnTo>
                  <a:pt x="368" y="6571"/>
                </a:lnTo>
                <a:lnTo>
                  <a:pt x="368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3" name="Google Shape;1463;p82"/>
          <p:cNvSpPr/>
          <p:nvPr/>
        </p:nvSpPr>
        <p:spPr>
          <a:xfrm>
            <a:off x="3685938" y="3880025"/>
            <a:ext cx="110925" cy="7525"/>
          </a:xfrm>
          <a:custGeom>
            <a:avLst/>
            <a:gdLst/>
            <a:ahLst/>
            <a:cxnLst/>
            <a:rect l="l" t="t" r="r" b="b"/>
            <a:pathLst>
              <a:path w="4437" h="301" extrusionOk="0">
                <a:moveTo>
                  <a:pt x="0" y="0"/>
                </a:moveTo>
                <a:lnTo>
                  <a:pt x="0" y="300"/>
                </a:lnTo>
                <a:lnTo>
                  <a:pt x="4437" y="300"/>
                </a:lnTo>
                <a:lnTo>
                  <a:pt x="4437" y="0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4" name="Google Shape;1464;p82"/>
          <p:cNvSpPr/>
          <p:nvPr/>
        </p:nvSpPr>
        <p:spPr>
          <a:xfrm>
            <a:off x="3685938" y="3962575"/>
            <a:ext cx="110925" cy="9200"/>
          </a:xfrm>
          <a:custGeom>
            <a:avLst/>
            <a:gdLst/>
            <a:ahLst/>
            <a:cxnLst/>
            <a:rect l="l" t="t" r="r" b="b"/>
            <a:pathLst>
              <a:path w="4437" h="368" extrusionOk="0">
                <a:moveTo>
                  <a:pt x="0" y="1"/>
                </a:moveTo>
                <a:lnTo>
                  <a:pt x="0" y="367"/>
                </a:lnTo>
                <a:lnTo>
                  <a:pt x="4437" y="367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5" name="Google Shape;1465;p82"/>
          <p:cNvSpPr/>
          <p:nvPr/>
        </p:nvSpPr>
        <p:spPr>
          <a:xfrm>
            <a:off x="3680088" y="3955075"/>
            <a:ext cx="120950" cy="8350"/>
          </a:xfrm>
          <a:custGeom>
            <a:avLst/>
            <a:gdLst/>
            <a:ahLst/>
            <a:cxnLst/>
            <a:rect l="l" t="t" r="r" b="b"/>
            <a:pathLst>
              <a:path w="4838" h="334" extrusionOk="0">
                <a:moveTo>
                  <a:pt x="1" y="0"/>
                </a:moveTo>
                <a:lnTo>
                  <a:pt x="1" y="334"/>
                </a:lnTo>
                <a:lnTo>
                  <a:pt x="4838" y="334"/>
                </a:lnTo>
                <a:lnTo>
                  <a:pt x="4838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6" name="Google Shape;1466;p82"/>
          <p:cNvSpPr/>
          <p:nvPr/>
        </p:nvSpPr>
        <p:spPr>
          <a:xfrm>
            <a:off x="3855213" y="3880025"/>
            <a:ext cx="110950" cy="159300"/>
          </a:xfrm>
          <a:custGeom>
            <a:avLst/>
            <a:gdLst/>
            <a:ahLst/>
            <a:cxnLst/>
            <a:rect l="l" t="t" r="r" b="b"/>
            <a:pathLst>
              <a:path w="4438" h="6372" extrusionOk="0">
                <a:moveTo>
                  <a:pt x="1" y="0"/>
                </a:moveTo>
                <a:lnTo>
                  <a:pt x="1" y="6371"/>
                </a:lnTo>
                <a:lnTo>
                  <a:pt x="4437" y="6371"/>
                </a:lnTo>
                <a:lnTo>
                  <a:pt x="4437" y="0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7" name="Google Shape;1467;p82"/>
          <p:cNvSpPr/>
          <p:nvPr/>
        </p:nvSpPr>
        <p:spPr>
          <a:xfrm>
            <a:off x="3845213" y="3870000"/>
            <a:ext cx="130950" cy="178500"/>
          </a:xfrm>
          <a:custGeom>
            <a:avLst/>
            <a:gdLst/>
            <a:ahLst/>
            <a:cxnLst/>
            <a:rect l="l" t="t" r="r" b="b"/>
            <a:pathLst>
              <a:path w="5238" h="7140" extrusionOk="0">
                <a:moveTo>
                  <a:pt x="301" y="1"/>
                </a:moveTo>
                <a:cubicBezTo>
                  <a:pt x="134" y="1"/>
                  <a:pt x="1" y="134"/>
                  <a:pt x="1" y="334"/>
                </a:cubicBezTo>
                <a:lnTo>
                  <a:pt x="1" y="6839"/>
                </a:lnTo>
                <a:cubicBezTo>
                  <a:pt x="1" y="7006"/>
                  <a:pt x="134" y="7139"/>
                  <a:pt x="301" y="7139"/>
                </a:cubicBezTo>
                <a:lnTo>
                  <a:pt x="4938" y="7139"/>
                </a:lnTo>
                <a:cubicBezTo>
                  <a:pt x="5104" y="7139"/>
                  <a:pt x="5238" y="7006"/>
                  <a:pt x="5238" y="6839"/>
                </a:cubicBezTo>
                <a:lnTo>
                  <a:pt x="5238" y="334"/>
                </a:lnTo>
                <a:cubicBezTo>
                  <a:pt x="5238" y="168"/>
                  <a:pt x="5104" y="1"/>
                  <a:pt x="4938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8" name="Google Shape;1468;p82"/>
          <p:cNvSpPr/>
          <p:nvPr/>
        </p:nvSpPr>
        <p:spPr>
          <a:xfrm>
            <a:off x="3855213" y="3880025"/>
            <a:ext cx="110950" cy="159300"/>
          </a:xfrm>
          <a:custGeom>
            <a:avLst/>
            <a:gdLst/>
            <a:ahLst/>
            <a:cxnLst/>
            <a:rect l="l" t="t" r="r" b="b"/>
            <a:pathLst>
              <a:path w="4438" h="6372" extrusionOk="0">
                <a:moveTo>
                  <a:pt x="1" y="0"/>
                </a:moveTo>
                <a:lnTo>
                  <a:pt x="1" y="6371"/>
                </a:lnTo>
                <a:lnTo>
                  <a:pt x="4437" y="6371"/>
                </a:lnTo>
                <a:lnTo>
                  <a:pt x="4437" y="0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9" name="Google Shape;1469;p82"/>
          <p:cNvSpPr/>
          <p:nvPr/>
        </p:nvSpPr>
        <p:spPr>
          <a:xfrm>
            <a:off x="3905263" y="3877525"/>
            <a:ext cx="9200" cy="164300"/>
          </a:xfrm>
          <a:custGeom>
            <a:avLst/>
            <a:gdLst/>
            <a:ahLst/>
            <a:cxnLst/>
            <a:rect l="l" t="t" r="r" b="b"/>
            <a:pathLst>
              <a:path w="368" h="6572" extrusionOk="0">
                <a:moveTo>
                  <a:pt x="0" y="0"/>
                </a:moveTo>
                <a:lnTo>
                  <a:pt x="0" y="6571"/>
                </a:lnTo>
                <a:lnTo>
                  <a:pt x="367" y="6571"/>
                </a:lnTo>
                <a:lnTo>
                  <a:pt x="367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0" name="Google Shape;1470;p82"/>
          <p:cNvSpPr/>
          <p:nvPr/>
        </p:nvSpPr>
        <p:spPr>
          <a:xfrm>
            <a:off x="3855213" y="3880025"/>
            <a:ext cx="110950" cy="7525"/>
          </a:xfrm>
          <a:custGeom>
            <a:avLst/>
            <a:gdLst/>
            <a:ahLst/>
            <a:cxnLst/>
            <a:rect l="l" t="t" r="r" b="b"/>
            <a:pathLst>
              <a:path w="4438" h="301" extrusionOk="0">
                <a:moveTo>
                  <a:pt x="1" y="0"/>
                </a:moveTo>
                <a:lnTo>
                  <a:pt x="1" y="300"/>
                </a:lnTo>
                <a:lnTo>
                  <a:pt x="4437" y="300"/>
                </a:lnTo>
                <a:lnTo>
                  <a:pt x="4437" y="0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1" name="Google Shape;1471;p82"/>
          <p:cNvSpPr/>
          <p:nvPr/>
        </p:nvSpPr>
        <p:spPr>
          <a:xfrm>
            <a:off x="3855213" y="3962575"/>
            <a:ext cx="110950" cy="9200"/>
          </a:xfrm>
          <a:custGeom>
            <a:avLst/>
            <a:gdLst/>
            <a:ahLst/>
            <a:cxnLst/>
            <a:rect l="l" t="t" r="r" b="b"/>
            <a:pathLst>
              <a:path w="4438" h="368" extrusionOk="0">
                <a:moveTo>
                  <a:pt x="1" y="1"/>
                </a:moveTo>
                <a:lnTo>
                  <a:pt x="1" y="367"/>
                </a:lnTo>
                <a:lnTo>
                  <a:pt x="4437" y="367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2" name="Google Shape;1472;p82"/>
          <p:cNvSpPr/>
          <p:nvPr/>
        </p:nvSpPr>
        <p:spPr>
          <a:xfrm>
            <a:off x="3849388" y="3955075"/>
            <a:ext cx="120950" cy="8350"/>
          </a:xfrm>
          <a:custGeom>
            <a:avLst/>
            <a:gdLst/>
            <a:ahLst/>
            <a:cxnLst/>
            <a:rect l="l" t="t" r="r" b="b"/>
            <a:pathLst>
              <a:path w="4838" h="334" extrusionOk="0">
                <a:moveTo>
                  <a:pt x="0" y="0"/>
                </a:moveTo>
                <a:lnTo>
                  <a:pt x="0" y="334"/>
                </a:lnTo>
                <a:lnTo>
                  <a:pt x="4837" y="334"/>
                </a:lnTo>
                <a:lnTo>
                  <a:pt x="4837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3" name="Google Shape;1473;p82"/>
          <p:cNvSpPr/>
          <p:nvPr/>
        </p:nvSpPr>
        <p:spPr>
          <a:xfrm>
            <a:off x="4024513" y="3880025"/>
            <a:ext cx="110925" cy="159300"/>
          </a:xfrm>
          <a:custGeom>
            <a:avLst/>
            <a:gdLst/>
            <a:ahLst/>
            <a:cxnLst/>
            <a:rect l="l" t="t" r="r" b="b"/>
            <a:pathLst>
              <a:path w="4437" h="6372" extrusionOk="0">
                <a:moveTo>
                  <a:pt x="0" y="0"/>
                </a:moveTo>
                <a:lnTo>
                  <a:pt x="0" y="6371"/>
                </a:lnTo>
                <a:lnTo>
                  <a:pt x="4437" y="6371"/>
                </a:lnTo>
                <a:lnTo>
                  <a:pt x="4437" y="0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4" name="Google Shape;1474;p82"/>
          <p:cNvSpPr/>
          <p:nvPr/>
        </p:nvSpPr>
        <p:spPr>
          <a:xfrm>
            <a:off x="4014513" y="3870000"/>
            <a:ext cx="130950" cy="178500"/>
          </a:xfrm>
          <a:custGeom>
            <a:avLst/>
            <a:gdLst/>
            <a:ahLst/>
            <a:cxnLst/>
            <a:rect l="l" t="t" r="r" b="b"/>
            <a:pathLst>
              <a:path w="5238" h="7140" extrusionOk="0">
                <a:moveTo>
                  <a:pt x="300" y="1"/>
                </a:moveTo>
                <a:cubicBezTo>
                  <a:pt x="134" y="1"/>
                  <a:pt x="0" y="134"/>
                  <a:pt x="0" y="334"/>
                </a:cubicBezTo>
                <a:lnTo>
                  <a:pt x="0" y="6839"/>
                </a:lnTo>
                <a:cubicBezTo>
                  <a:pt x="0" y="7006"/>
                  <a:pt x="134" y="7139"/>
                  <a:pt x="300" y="7139"/>
                </a:cubicBezTo>
                <a:lnTo>
                  <a:pt x="4937" y="7139"/>
                </a:lnTo>
                <a:cubicBezTo>
                  <a:pt x="5104" y="7139"/>
                  <a:pt x="5237" y="7006"/>
                  <a:pt x="5237" y="6839"/>
                </a:cubicBezTo>
                <a:lnTo>
                  <a:pt x="5237" y="334"/>
                </a:lnTo>
                <a:cubicBezTo>
                  <a:pt x="5237" y="168"/>
                  <a:pt x="5104" y="1"/>
                  <a:pt x="4937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5" name="Google Shape;1475;p82"/>
          <p:cNvSpPr/>
          <p:nvPr/>
        </p:nvSpPr>
        <p:spPr>
          <a:xfrm>
            <a:off x="4024513" y="3880025"/>
            <a:ext cx="110925" cy="159300"/>
          </a:xfrm>
          <a:custGeom>
            <a:avLst/>
            <a:gdLst/>
            <a:ahLst/>
            <a:cxnLst/>
            <a:rect l="l" t="t" r="r" b="b"/>
            <a:pathLst>
              <a:path w="4437" h="6372" extrusionOk="0">
                <a:moveTo>
                  <a:pt x="0" y="0"/>
                </a:moveTo>
                <a:lnTo>
                  <a:pt x="0" y="6371"/>
                </a:lnTo>
                <a:lnTo>
                  <a:pt x="4437" y="6371"/>
                </a:lnTo>
                <a:lnTo>
                  <a:pt x="4437" y="0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6" name="Google Shape;1476;p82"/>
          <p:cNvSpPr/>
          <p:nvPr/>
        </p:nvSpPr>
        <p:spPr>
          <a:xfrm>
            <a:off x="4074538" y="3877525"/>
            <a:ext cx="8375" cy="164300"/>
          </a:xfrm>
          <a:custGeom>
            <a:avLst/>
            <a:gdLst/>
            <a:ahLst/>
            <a:cxnLst/>
            <a:rect l="l" t="t" r="r" b="b"/>
            <a:pathLst>
              <a:path w="335" h="6572" extrusionOk="0">
                <a:moveTo>
                  <a:pt x="1" y="0"/>
                </a:moveTo>
                <a:lnTo>
                  <a:pt x="1" y="6571"/>
                </a:lnTo>
                <a:lnTo>
                  <a:pt x="334" y="6571"/>
                </a:lnTo>
                <a:lnTo>
                  <a:pt x="334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7" name="Google Shape;1477;p82"/>
          <p:cNvSpPr/>
          <p:nvPr/>
        </p:nvSpPr>
        <p:spPr>
          <a:xfrm>
            <a:off x="4024513" y="3880025"/>
            <a:ext cx="110925" cy="7525"/>
          </a:xfrm>
          <a:custGeom>
            <a:avLst/>
            <a:gdLst/>
            <a:ahLst/>
            <a:cxnLst/>
            <a:rect l="l" t="t" r="r" b="b"/>
            <a:pathLst>
              <a:path w="4437" h="301" extrusionOk="0">
                <a:moveTo>
                  <a:pt x="0" y="0"/>
                </a:moveTo>
                <a:lnTo>
                  <a:pt x="0" y="300"/>
                </a:lnTo>
                <a:lnTo>
                  <a:pt x="4437" y="300"/>
                </a:lnTo>
                <a:lnTo>
                  <a:pt x="4437" y="0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8" name="Google Shape;1478;p82"/>
          <p:cNvSpPr/>
          <p:nvPr/>
        </p:nvSpPr>
        <p:spPr>
          <a:xfrm>
            <a:off x="4024513" y="3962575"/>
            <a:ext cx="110925" cy="9200"/>
          </a:xfrm>
          <a:custGeom>
            <a:avLst/>
            <a:gdLst/>
            <a:ahLst/>
            <a:cxnLst/>
            <a:rect l="l" t="t" r="r" b="b"/>
            <a:pathLst>
              <a:path w="4437" h="368" extrusionOk="0">
                <a:moveTo>
                  <a:pt x="0" y="1"/>
                </a:moveTo>
                <a:lnTo>
                  <a:pt x="0" y="367"/>
                </a:lnTo>
                <a:lnTo>
                  <a:pt x="4437" y="367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9" name="Google Shape;1479;p82"/>
          <p:cNvSpPr/>
          <p:nvPr/>
        </p:nvSpPr>
        <p:spPr>
          <a:xfrm>
            <a:off x="4018663" y="3955075"/>
            <a:ext cx="120125" cy="8350"/>
          </a:xfrm>
          <a:custGeom>
            <a:avLst/>
            <a:gdLst/>
            <a:ahLst/>
            <a:cxnLst/>
            <a:rect l="l" t="t" r="r" b="b"/>
            <a:pathLst>
              <a:path w="4805" h="334" extrusionOk="0">
                <a:moveTo>
                  <a:pt x="1" y="0"/>
                </a:moveTo>
                <a:lnTo>
                  <a:pt x="1" y="334"/>
                </a:lnTo>
                <a:lnTo>
                  <a:pt x="4804" y="334"/>
                </a:lnTo>
                <a:lnTo>
                  <a:pt x="4804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0" name="Google Shape;1480;p82"/>
          <p:cNvSpPr/>
          <p:nvPr/>
        </p:nvSpPr>
        <p:spPr>
          <a:xfrm>
            <a:off x="3347363" y="4229425"/>
            <a:ext cx="111775" cy="159325"/>
          </a:xfrm>
          <a:custGeom>
            <a:avLst/>
            <a:gdLst/>
            <a:ahLst/>
            <a:cxnLst/>
            <a:rect l="l" t="t" r="r" b="b"/>
            <a:pathLst>
              <a:path w="4471" h="6373" extrusionOk="0">
                <a:moveTo>
                  <a:pt x="0" y="1"/>
                </a:moveTo>
                <a:lnTo>
                  <a:pt x="0" y="6372"/>
                </a:lnTo>
                <a:lnTo>
                  <a:pt x="4470" y="6372"/>
                </a:lnTo>
                <a:lnTo>
                  <a:pt x="4470" y="1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1" name="Google Shape;1481;p82"/>
          <p:cNvSpPr/>
          <p:nvPr/>
        </p:nvSpPr>
        <p:spPr>
          <a:xfrm>
            <a:off x="3337363" y="4220250"/>
            <a:ext cx="131775" cy="178500"/>
          </a:xfrm>
          <a:custGeom>
            <a:avLst/>
            <a:gdLst/>
            <a:ahLst/>
            <a:cxnLst/>
            <a:rect l="l" t="t" r="r" b="b"/>
            <a:pathLst>
              <a:path w="5271" h="7140" extrusionOk="0">
                <a:moveTo>
                  <a:pt x="334" y="1"/>
                </a:moveTo>
                <a:cubicBezTo>
                  <a:pt x="167" y="1"/>
                  <a:pt x="0" y="134"/>
                  <a:pt x="0" y="334"/>
                </a:cubicBezTo>
                <a:lnTo>
                  <a:pt x="0" y="6839"/>
                </a:lnTo>
                <a:cubicBezTo>
                  <a:pt x="0" y="7006"/>
                  <a:pt x="134" y="7139"/>
                  <a:pt x="334" y="7139"/>
                </a:cubicBezTo>
                <a:lnTo>
                  <a:pt x="4937" y="7139"/>
                </a:lnTo>
                <a:cubicBezTo>
                  <a:pt x="5137" y="7139"/>
                  <a:pt x="5271" y="7006"/>
                  <a:pt x="5271" y="6839"/>
                </a:cubicBezTo>
                <a:lnTo>
                  <a:pt x="5271" y="334"/>
                </a:lnTo>
                <a:cubicBezTo>
                  <a:pt x="5271" y="134"/>
                  <a:pt x="5104" y="1"/>
                  <a:pt x="4937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2" name="Google Shape;1482;p82"/>
          <p:cNvSpPr/>
          <p:nvPr/>
        </p:nvSpPr>
        <p:spPr>
          <a:xfrm>
            <a:off x="3347363" y="4229425"/>
            <a:ext cx="111775" cy="159325"/>
          </a:xfrm>
          <a:custGeom>
            <a:avLst/>
            <a:gdLst/>
            <a:ahLst/>
            <a:cxnLst/>
            <a:rect l="l" t="t" r="r" b="b"/>
            <a:pathLst>
              <a:path w="4471" h="6373" extrusionOk="0">
                <a:moveTo>
                  <a:pt x="0" y="1"/>
                </a:moveTo>
                <a:lnTo>
                  <a:pt x="0" y="6372"/>
                </a:lnTo>
                <a:lnTo>
                  <a:pt x="4470" y="6372"/>
                </a:lnTo>
                <a:lnTo>
                  <a:pt x="4470" y="1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3" name="Google Shape;1483;p82"/>
          <p:cNvSpPr/>
          <p:nvPr/>
        </p:nvSpPr>
        <p:spPr>
          <a:xfrm>
            <a:off x="3348188" y="4311150"/>
            <a:ext cx="45075" cy="77600"/>
          </a:xfrm>
          <a:custGeom>
            <a:avLst/>
            <a:gdLst/>
            <a:ahLst/>
            <a:cxnLst/>
            <a:rect l="l" t="t" r="r" b="b"/>
            <a:pathLst>
              <a:path w="1803" h="3104" extrusionOk="0">
                <a:moveTo>
                  <a:pt x="434" y="1"/>
                </a:moveTo>
                <a:lnTo>
                  <a:pt x="1" y="968"/>
                </a:lnTo>
                <a:lnTo>
                  <a:pt x="1" y="3103"/>
                </a:lnTo>
                <a:lnTo>
                  <a:pt x="368" y="3103"/>
                </a:lnTo>
                <a:lnTo>
                  <a:pt x="180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4" name="Google Shape;1484;p82"/>
          <p:cNvSpPr/>
          <p:nvPr/>
        </p:nvSpPr>
        <p:spPr>
          <a:xfrm>
            <a:off x="3368213" y="4317000"/>
            <a:ext cx="33375" cy="72575"/>
          </a:xfrm>
          <a:custGeom>
            <a:avLst/>
            <a:gdLst/>
            <a:ahLst/>
            <a:cxnLst/>
            <a:rect l="l" t="t" r="r" b="b"/>
            <a:pathLst>
              <a:path w="1335" h="2903" extrusionOk="0">
                <a:moveTo>
                  <a:pt x="1335" y="0"/>
                </a:moveTo>
                <a:lnTo>
                  <a:pt x="0" y="2902"/>
                </a:lnTo>
                <a:lnTo>
                  <a:pt x="467" y="2902"/>
                </a:lnTo>
                <a:lnTo>
                  <a:pt x="1301" y="1101"/>
                </a:lnTo>
                <a:lnTo>
                  <a:pt x="1301" y="1001"/>
                </a:lnTo>
                <a:cubicBezTo>
                  <a:pt x="1301" y="634"/>
                  <a:pt x="1301" y="334"/>
                  <a:pt x="133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5" name="Google Shape;1485;p82"/>
          <p:cNvSpPr/>
          <p:nvPr/>
        </p:nvSpPr>
        <p:spPr>
          <a:xfrm>
            <a:off x="3403238" y="4311150"/>
            <a:ext cx="54225" cy="77600"/>
          </a:xfrm>
          <a:custGeom>
            <a:avLst/>
            <a:gdLst/>
            <a:ahLst/>
            <a:cxnLst/>
            <a:rect l="l" t="t" r="r" b="b"/>
            <a:pathLst>
              <a:path w="2169" h="3104" extrusionOk="0">
                <a:moveTo>
                  <a:pt x="801" y="1"/>
                </a:moveTo>
                <a:lnTo>
                  <a:pt x="0" y="1735"/>
                </a:lnTo>
                <a:cubicBezTo>
                  <a:pt x="34" y="2069"/>
                  <a:pt x="34" y="2436"/>
                  <a:pt x="34" y="2770"/>
                </a:cubicBezTo>
                <a:cubicBezTo>
                  <a:pt x="34" y="2870"/>
                  <a:pt x="34" y="3003"/>
                  <a:pt x="34" y="3103"/>
                </a:cubicBezTo>
                <a:lnTo>
                  <a:pt x="734" y="3103"/>
                </a:lnTo>
                <a:lnTo>
                  <a:pt x="2169" y="34"/>
                </a:lnTo>
                <a:lnTo>
                  <a:pt x="1702" y="34"/>
                </a:lnTo>
                <a:cubicBezTo>
                  <a:pt x="1401" y="34"/>
                  <a:pt x="1101" y="34"/>
                  <a:pt x="80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6" name="Google Shape;1486;p82"/>
          <p:cNvSpPr/>
          <p:nvPr/>
        </p:nvSpPr>
        <p:spPr>
          <a:xfrm>
            <a:off x="3432413" y="4331175"/>
            <a:ext cx="26725" cy="58400"/>
          </a:xfrm>
          <a:custGeom>
            <a:avLst/>
            <a:gdLst/>
            <a:ahLst/>
            <a:cxnLst/>
            <a:rect l="l" t="t" r="r" b="b"/>
            <a:pathLst>
              <a:path w="1069" h="2336" extrusionOk="0">
                <a:moveTo>
                  <a:pt x="1068" y="0"/>
                </a:moveTo>
                <a:lnTo>
                  <a:pt x="1" y="2335"/>
                </a:lnTo>
                <a:lnTo>
                  <a:pt x="468" y="2335"/>
                </a:lnTo>
                <a:lnTo>
                  <a:pt x="1068" y="1068"/>
                </a:lnTo>
                <a:lnTo>
                  <a:pt x="106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7" name="Google Shape;1487;p82"/>
          <p:cNvSpPr/>
          <p:nvPr/>
        </p:nvSpPr>
        <p:spPr>
          <a:xfrm>
            <a:off x="3398238" y="4226925"/>
            <a:ext cx="8350" cy="165150"/>
          </a:xfrm>
          <a:custGeom>
            <a:avLst/>
            <a:gdLst/>
            <a:ahLst/>
            <a:cxnLst/>
            <a:rect l="l" t="t" r="r" b="b"/>
            <a:pathLst>
              <a:path w="334" h="6606" extrusionOk="0">
                <a:moveTo>
                  <a:pt x="0" y="1"/>
                </a:moveTo>
                <a:lnTo>
                  <a:pt x="0" y="6606"/>
                </a:lnTo>
                <a:lnTo>
                  <a:pt x="334" y="6606"/>
                </a:lnTo>
                <a:lnTo>
                  <a:pt x="334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8" name="Google Shape;1488;p82"/>
          <p:cNvSpPr/>
          <p:nvPr/>
        </p:nvSpPr>
        <p:spPr>
          <a:xfrm>
            <a:off x="3347363" y="4229425"/>
            <a:ext cx="110925" cy="8375"/>
          </a:xfrm>
          <a:custGeom>
            <a:avLst/>
            <a:gdLst/>
            <a:ahLst/>
            <a:cxnLst/>
            <a:rect l="l" t="t" r="r" b="b"/>
            <a:pathLst>
              <a:path w="4437" h="335" extrusionOk="0">
                <a:moveTo>
                  <a:pt x="0" y="1"/>
                </a:moveTo>
                <a:lnTo>
                  <a:pt x="0" y="334"/>
                </a:lnTo>
                <a:lnTo>
                  <a:pt x="4437" y="334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9" name="Google Shape;1489;p82"/>
          <p:cNvSpPr/>
          <p:nvPr/>
        </p:nvSpPr>
        <p:spPr>
          <a:xfrm>
            <a:off x="3347363" y="4312825"/>
            <a:ext cx="110925" cy="9200"/>
          </a:xfrm>
          <a:custGeom>
            <a:avLst/>
            <a:gdLst/>
            <a:ahLst/>
            <a:cxnLst/>
            <a:rect l="l" t="t" r="r" b="b"/>
            <a:pathLst>
              <a:path w="4437" h="368" extrusionOk="0">
                <a:moveTo>
                  <a:pt x="0" y="1"/>
                </a:moveTo>
                <a:lnTo>
                  <a:pt x="0" y="367"/>
                </a:lnTo>
                <a:lnTo>
                  <a:pt x="4437" y="367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0" name="Google Shape;1490;p82"/>
          <p:cNvSpPr/>
          <p:nvPr/>
        </p:nvSpPr>
        <p:spPr>
          <a:xfrm>
            <a:off x="3341513" y="4305325"/>
            <a:ext cx="120950" cy="8350"/>
          </a:xfrm>
          <a:custGeom>
            <a:avLst/>
            <a:gdLst/>
            <a:ahLst/>
            <a:cxnLst/>
            <a:rect l="l" t="t" r="r" b="b"/>
            <a:pathLst>
              <a:path w="4838" h="334" extrusionOk="0">
                <a:moveTo>
                  <a:pt x="1" y="0"/>
                </a:moveTo>
                <a:lnTo>
                  <a:pt x="1" y="334"/>
                </a:lnTo>
                <a:lnTo>
                  <a:pt x="4838" y="334"/>
                </a:lnTo>
                <a:lnTo>
                  <a:pt x="4838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1" name="Google Shape;1491;p82"/>
          <p:cNvSpPr/>
          <p:nvPr/>
        </p:nvSpPr>
        <p:spPr>
          <a:xfrm>
            <a:off x="3516638" y="4229425"/>
            <a:ext cx="110950" cy="160150"/>
          </a:xfrm>
          <a:custGeom>
            <a:avLst/>
            <a:gdLst/>
            <a:ahLst/>
            <a:cxnLst/>
            <a:rect l="l" t="t" r="r" b="b"/>
            <a:pathLst>
              <a:path w="4438" h="6406" extrusionOk="0">
                <a:moveTo>
                  <a:pt x="1" y="1"/>
                </a:moveTo>
                <a:lnTo>
                  <a:pt x="1" y="6405"/>
                </a:lnTo>
                <a:lnTo>
                  <a:pt x="4437" y="6405"/>
                </a:lnTo>
                <a:lnTo>
                  <a:pt x="4437" y="1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2" name="Google Shape;1492;p82"/>
          <p:cNvSpPr/>
          <p:nvPr/>
        </p:nvSpPr>
        <p:spPr>
          <a:xfrm>
            <a:off x="3506638" y="4220250"/>
            <a:ext cx="131800" cy="178500"/>
          </a:xfrm>
          <a:custGeom>
            <a:avLst/>
            <a:gdLst/>
            <a:ahLst/>
            <a:cxnLst/>
            <a:rect l="l" t="t" r="r" b="b"/>
            <a:pathLst>
              <a:path w="5272" h="7140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lnTo>
                  <a:pt x="1" y="6839"/>
                </a:lnTo>
                <a:cubicBezTo>
                  <a:pt x="1" y="7006"/>
                  <a:pt x="134" y="7139"/>
                  <a:pt x="334" y="7139"/>
                </a:cubicBezTo>
                <a:lnTo>
                  <a:pt x="4938" y="7139"/>
                </a:lnTo>
                <a:cubicBezTo>
                  <a:pt x="5104" y="7139"/>
                  <a:pt x="5271" y="7006"/>
                  <a:pt x="5271" y="6839"/>
                </a:cubicBezTo>
                <a:lnTo>
                  <a:pt x="5271" y="334"/>
                </a:lnTo>
                <a:cubicBezTo>
                  <a:pt x="5271" y="134"/>
                  <a:pt x="5104" y="1"/>
                  <a:pt x="4938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3" name="Google Shape;1493;p82"/>
          <p:cNvSpPr/>
          <p:nvPr/>
        </p:nvSpPr>
        <p:spPr>
          <a:xfrm>
            <a:off x="3516638" y="4229425"/>
            <a:ext cx="110950" cy="160150"/>
          </a:xfrm>
          <a:custGeom>
            <a:avLst/>
            <a:gdLst/>
            <a:ahLst/>
            <a:cxnLst/>
            <a:rect l="l" t="t" r="r" b="b"/>
            <a:pathLst>
              <a:path w="4438" h="6406" extrusionOk="0">
                <a:moveTo>
                  <a:pt x="1" y="1"/>
                </a:moveTo>
                <a:lnTo>
                  <a:pt x="1" y="6405"/>
                </a:lnTo>
                <a:lnTo>
                  <a:pt x="4437" y="6405"/>
                </a:lnTo>
                <a:lnTo>
                  <a:pt x="4437" y="1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4" name="Google Shape;1494;p82"/>
          <p:cNvSpPr/>
          <p:nvPr/>
        </p:nvSpPr>
        <p:spPr>
          <a:xfrm>
            <a:off x="3516638" y="4311150"/>
            <a:ext cx="45900" cy="77600"/>
          </a:xfrm>
          <a:custGeom>
            <a:avLst/>
            <a:gdLst/>
            <a:ahLst/>
            <a:cxnLst/>
            <a:rect l="l" t="t" r="r" b="b"/>
            <a:pathLst>
              <a:path w="1836" h="3104" extrusionOk="0">
                <a:moveTo>
                  <a:pt x="468" y="1"/>
                </a:moveTo>
                <a:lnTo>
                  <a:pt x="1" y="968"/>
                </a:lnTo>
                <a:lnTo>
                  <a:pt x="1" y="3103"/>
                </a:lnTo>
                <a:lnTo>
                  <a:pt x="401" y="3103"/>
                </a:lnTo>
                <a:lnTo>
                  <a:pt x="18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5" name="Google Shape;1495;p82"/>
          <p:cNvSpPr/>
          <p:nvPr/>
        </p:nvSpPr>
        <p:spPr>
          <a:xfrm>
            <a:off x="3536663" y="4317000"/>
            <a:ext cx="34225" cy="72575"/>
          </a:xfrm>
          <a:custGeom>
            <a:avLst/>
            <a:gdLst/>
            <a:ahLst/>
            <a:cxnLst/>
            <a:rect l="l" t="t" r="r" b="b"/>
            <a:pathLst>
              <a:path w="1369" h="2903" extrusionOk="0">
                <a:moveTo>
                  <a:pt x="1368" y="0"/>
                </a:moveTo>
                <a:lnTo>
                  <a:pt x="1" y="2902"/>
                </a:lnTo>
                <a:lnTo>
                  <a:pt x="501" y="2902"/>
                </a:lnTo>
                <a:lnTo>
                  <a:pt x="1335" y="1101"/>
                </a:lnTo>
                <a:lnTo>
                  <a:pt x="1335" y="1001"/>
                </a:lnTo>
                <a:cubicBezTo>
                  <a:pt x="1335" y="634"/>
                  <a:pt x="1335" y="334"/>
                  <a:pt x="13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82"/>
          <p:cNvSpPr/>
          <p:nvPr/>
        </p:nvSpPr>
        <p:spPr>
          <a:xfrm>
            <a:off x="3572513" y="4311150"/>
            <a:ext cx="53400" cy="77600"/>
          </a:xfrm>
          <a:custGeom>
            <a:avLst/>
            <a:gdLst/>
            <a:ahLst/>
            <a:cxnLst/>
            <a:rect l="l" t="t" r="r" b="b"/>
            <a:pathLst>
              <a:path w="2136" h="3104" extrusionOk="0">
                <a:moveTo>
                  <a:pt x="801" y="1"/>
                </a:moveTo>
                <a:lnTo>
                  <a:pt x="1" y="1735"/>
                </a:lnTo>
                <a:cubicBezTo>
                  <a:pt x="1" y="2069"/>
                  <a:pt x="34" y="2436"/>
                  <a:pt x="34" y="2770"/>
                </a:cubicBezTo>
                <a:cubicBezTo>
                  <a:pt x="34" y="2870"/>
                  <a:pt x="34" y="3003"/>
                  <a:pt x="34" y="3103"/>
                </a:cubicBezTo>
                <a:lnTo>
                  <a:pt x="735" y="3103"/>
                </a:lnTo>
                <a:lnTo>
                  <a:pt x="2136" y="34"/>
                </a:lnTo>
                <a:lnTo>
                  <a:pt x="1702" y="34"/>
                </a:lnTo>
                <a:cubicBezTo>
                  <a:pt x="1402" y="34"/>
                  <a:pt x="1102" y="34"/>
                  <a:pt x="80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82"/>
          <p:cNvSpPr/>
          <p:nvPr/>
        </p:nvSpPr>
        <p:spPr>
          <a:xfrm>
            <a:off x="3600888" y="4331175"/>
            <a:ext cx="26700" cy="58400"/>
          </a:xfrm>
          <a:custGeom>
            <a:avLst/>
            <a:gdLst/>
            <a:ahLst/>
            <a:cxnLst/>
            <a:rect l="l" t="t" r="r" b="b"/>
            <a:pathLst>
              <a:path w="1068" h="2336" extrusionOk="0">
                <a:moveTo>
                  <a:pt x="1067" y="0"/>
                </a:moveTo>
                <a:lnTo>
                  <a:pt x="0" y="2335"/>
                </a:lnTo>
                <a:lnTo>
                  <a:pt x="500" y="2335"/>
                </a:lnTo>
                <a:lnTo>
                  <a:pt x="1067" y="1068"/>
                </a:lnTo>
                <a:lnTo>
                  <a:pt x="106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8" name="Google Shape;1498;p82"/>
          <p:cNvSpPr/>
          <p:nvPr/>
        </p:nvSpPr>
        <p:spPr>
          <a:xfrm>
            <a:off x="3566688" y="4226925"/>
            <a:ext cx="9200" cy="165150"/>
          </a:xfrm>
          <a:custGeom>
            <a:avLst/>
            <a:gdLst/>
            <a:ahLst/>
            <a:cxnLst/>
            <a:rect l="l" t="t" r="r" b="b"/>
            <a:pathLst>
              <a:path w="368" h="6606" extrusionOk="0">
                <a:moveTo>
                  <a:pt x="0" y="1"/>
                </a:moveTo>
                <a:lnTo>
                  <a:pt x="0" y="6606"/>
                </a:lnTo>
                <a:lnTo>
                  <a:pt x="367" y="6606"/>
                </a:lnTo>
                <a:lnTo>
                  <a:pt x="367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9" name="Google Shape;1499;p82"/>
          <p:cNvSpPr/>
          <p:nvPr/>
        </p:nvSpPr>
        <p:spPr>
          <a:xfrm>
            <a:off x="3516638" y="4229425"/>
            <a:ext cx="110950" cy="8375"/>
          </a:xfrm>
          <a:custGeom>
            <a:avLst/>
            <a:gdLst/>
            <a:ahLst/>
            <a:cxnLst/>
            <a:rect l="l" t="t" r="r" b="b"/>
            <a:pathLst>
              <a:path w="4438" h="335" extrusionOk="0">
                <a:moveTo>
                  <a:pt x="1" y="1"/>
                </a:moveTo>
                <a:lnTo>
                  <a:pt x="1" y="334"/>
                </a:lnTo>
                <a:lnTo>
                  <a:pt x="4437" y="334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0" name="Google Shape;1500;p82"/>
          <p:cNvSpPr/>
          <p:nvPr/>
        </p:nvSpPr>
        <p:spPr>
          <a:xfrm>
            <a:off x="3516638" y="4312825"/>
            <a:ext cx="110950" cy="9200"/>
          </a:xfrm>
          <a:custGeom>
            <a:avLst/>
            <a:gdLst/>
            <a:ahLst/>
            <a:cxnLst/>
            <a:rect l="l" t="t" r="r" b="b"/>
            <a:pathLst>
              <a:path w="4438" h="368" extrusionOk="0">
                <a:moveTo>
                  <a:pt x="1" y="1"/>
                </a:moveTo>
                <a:lnTo>
                  <a:pt x="1" y="367"/>
                </a:lnTo>
                <a:lnTo>
                  <a:pt x="4437" y="367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1" name="Google Shape;1501;p82"/>
          <p:cNvSpPr/>
          <p:nvPr/>
        </p:nvSpPr>
        <p:spPr>
          <a:xfrm>
            <a:off x="3510813" y="4305325"/>
            <a:ext cx="120950" cy="8350"/>
          </a:xfrm>
          <a:custGeom>
            <a:avLst/>
            <a:gdLst/>
            <a:ahLst/>
            <a:cxnLst/>
            <a:rect l="l" t="t" r="r" b="b"/>
            <a:pathLst>
              <a:path w="4838" h="334" extrusionOk="0">
                <a:moveTo>
                  <a:pt x="0" y="0"/>
                </a:moveTo>
                <a:lnTo>
                  <a:pt x="0" y="334"/>
                </a:lnTo>
                <a:lnTo>
                  <a:pt x="4837" y="334"/>
                </a:lnTo>
                <a:lnTo>
                  <a:pt x="4837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82"/>
          <p:cNvSpPr/>
          <p:nvPr/>
        </p:nvSpPr>
        <p:spPr>
          <a:xfrm>
            <a:off x="3685938" y="4229425"/>
            <a:ext cx="110925" cy="159325"/>
          </a:xfrm>
          <a:custGeom>
            <a:avLst/>
            <a:gdLst/>
            <a:ahLst/>
            <a:cxnLst/>
            <a:rect l="l" t="t" r="r" b="b"/>
            <a:pathLst>
              <a:path w="4437" h="6373" extrusionOk="0">
                <a:moveTo>
                  <a:pt x="0" y="1"/>
                </a:moveTo>
                <a:lnTo>
                  <a:pt x="0" y="6372"/>
                </a:lnTo>
                <a:lnTo>
                  <a:pt x="4437" y="6372"/>
                </a:lnTo>
                <a:lnTo>
                  <a:pt x="4437" y="1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3" name="Google Shape;1503;p82"/>
          <p:cNvSpPr/>
          <p:nvPr/>
        </p:nvSpPr>
        <p:spPr>
          <a:xfrm>
            <a:off x="3675938" y="4220250"/>
            <a:ext cx="130950" cy="178500"/>
          </a:xfrm>
          <a:custGeom>
            <a:avLst/>
            <a:gdLst/>
            <a:ahLst/>
            <a:cxnLst/>
            <a:rect l="l" t="t" r="r" b="b"/>
            <a:pathLst>
              <a:path w="5238" h="7140" extrusionOk="0">
                <a:moveTo>
                  <a:pt x="300" y="1"/>
                </a:moveTo>
                <a:cubicBezTo>
                  <a:pt x="134" y="1"/>
                  <a:pt x="0" y="134"/>
                  <a:pt x="0" y="334"/>
                </a:cubicBezTo>
                <a:lnTo>
                  <a:pt x="0" y="6839"/>
                </a:lnTo>
                <a:cubicBezTo>
                  <a:pt x="0" y="7006"/>
                  <a:pt x="134" y="7139"/>
                  <a:pt x="300" y="7139"/>
                </a:cubicBezTo>
                <a:lnTo>
                  <a:pt x="4937" y="7139"/>
                </a:lnTo>
                <a:cubicBezTo>
                  <a:pt x="5104" y="7139"/>
                  <a:pt x="5237" y="7006"/>
                  <a:pt x="5237" y="6839"/>
                </a:cubicBezTo>
                <a:lnTo>
                  <a:pt x="5237" y="334"/>
                </a:lnTo>
                <a:cubicBezTo>
                  <a:pt x="5237" y="134"/>
                  <a:pt x="5104" y="1"/>
                  <a:pt x="4937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4" name="Google Shape;1504;p82"/>
          <p:cNvSpPr/>
          <p:nvPr/>
        </p:nvSpPr>
        <p:spPr>
          <a:xfrm>
            <a:off x="3685938" y="4229425"/>
            <a:ext cx="110925" cy="159325"/>
          </a:xfrm>
          <a:custGeom>
            <a:avLst/>
            <a:gdLst/>
            <a:ahLst/>
            <a:cxnLst/>
            <a:rect l="l" t="t" r="r" b="b"/>
            <a:pathLst>
              <a:path w="4437" h="6373" extrusionOk="0">
                <a:moveTo>
                  <a:pt x="0" y="1"/>
                </a:moveTo>
                <a:lnTo>
                  <a:pt x="0" y="6372"/>
                </a:lnTo>
                <a:lnTo>
                  <a:pt x="4437" y="6372"/>
                </a:lnTo>
                <a:lnTo>
                  <a:pt x="4437" y="1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5" name="Google Shape;1505;p82"/>
          <p:cNvSpPr/>
          <p:nvPr/>
        </p:nvSpPr>
        <p:spPr>
          <a:xfrm>
            <a:off x="3685938" y="4311150"/>
            <a:ext cx="45900" cy="77600"/>
          </a:xfrm>
          <a:custGeom>
            <a:avLst/>
            <a:gdLst/>
            <a:ahLst/>
            <a:cxnLst/>
            <a:rect l="l" t="t" r="r" b="b"/>
            <a:pathLst>
              <a:path w="1836" h="3104" extrusionOk="0">
                <a:moveTo>
                  <a:pt x="467" y="1"/>
                </a:moveTo>
                <a:lnTo>
                  <a:pt x="0" y="968"/>
                </a:lnTo>
                <a:lnTo>
                  <a:pt x="0" y="3103"/>
                </a:lnTo>
                <a:lnTo>
                  <a:pt x="401" y="3103"/>
                </a:lnTo>
                <a:lnTo>
                  <a:pt x="183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6" name="Google Shape;1506;p82"/>
          <p:cNvSpPr/>
          <p:nvPr/>
        </p:nvSpPr>
        <p:spPr>
          <a:xfrm>
            <a:off x="3705963" y="4317000"/>
            <a:ext cx="33375" cy="72575"/>
          </a:xfrm>
          <a:custGeom>
            <a:avLst/>
            <a:gdLst/>
            <a:ahLst/>
            <a:cxnLst/>
            <a:rect l="l" t="t" r="r" b="b"/>
            <a:pathLst>
              <a:path w="1335" h="2903" extrusionOk="0">
                <a:moveTo>
                  <a:pt x="1334" y="0"/>
                </a:moveTo>
                <a:lnTo>
                  <a:pt x="0" y="2902"/>
                </a:lnTo>
                <a:lnTo>
                  <a:pt x="500" y="2902"/>
                </a:lnTo>
                <a:lnTo>
                  <a:pt x="1334" y="1101"/>
                </a:lnTo>
                <a:lnTo>
                  <a:pt x="1334" y="1001"/>
                </a:lnTo>
                <a:cubicBezTo>
                  <a:pt x="1334" y="634"/>
                  <a:pt x="1334" y="334"/>
                  <a:pt x="133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7" name="Google Shape;1507;p82"/>
          <p:cNvSpPr/>
          <p:nvPr/>
        </p:nvSpPr>
        <p:spPr>
          <a:xfrm>
            <a:off x="3741813" y="4311150"/>
            <a:ext cx="53400" cy="77600"/>
          </a:xfrm>
          <a:custGeom>
            <a:avLst/>
            <a:gdLst/>
            <a:ahLst/>
            <a:cxnLst/>
            <a:rect l="l" t="t" r="r" b="b"/>
            <a:pathLst>
              <a:path w="2136" h="3104" extrusionOk="0">
                <a:moveTo>
                  <a:pt x="768" y="1"/>
                </a:moveTo>
                <a:lnTo>
                  <a:pt x="0" y="1735"/>
                </a:lnTo>
                <a:cubicBezTo>
                  <a:pt x="0" y="2069"/>
                  <a:pt x="0" y="2436"/>
                  <a:pt x="0" y="2770"/>
                </a:cubicBezTo>
                <a:cubicBezTo>
                  <a:pt x="0" y="2870"/>
                  <a:pt x="34" y="3003"/>
                  <a:pt x="34" y="3103"/>
                </a:cubicBezTo>
                <a:lnTo>
                  <a:pt x="701" y="3103"/>
                </a:lnTo>
                <a:lnTo>
                  <a:pt x="2135" y="34"/>
                </a:lnTo>
                <a:lnTo>
                  <a:pt x="1668" y="34"/>
                </a:lnTo>
                <a:cubicBezTo>
                  <a:pt x="1368" y="34"/>
                  <a:pt x="1068" y="34"/>
                  <a:pt x="7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8" name="Google Shape;1508;p82"/>
          <p:cNvSpPr/>
          <p:nvPr/>
        </p:nvSpPr>
        <p:spPr>
          <a:xfrm>
            <a:off x="3770163" y="4331175"/>
            <a:ext cx="26700" cy="58400"/>
          </a:xfrm>
          <a:custGeom>
            <a:avLst/>
            <a:gdLst/>
            <a:ahLst/>
            <a:cxnLst/>
            <a:rect l="l" t="t" r="r" b="b"/>
            <a:pathLst>
              <a:path w="1068" h="2336" extrusionOk="0">
                <a:moveTo>
                  <a:pt x="1068" y="0"/>
                </a:moveTo>
                <a:lnTo>
                  <a:pt x="1" y="2335"/>
                </a:lnTo>
                <a:lnTo>
                  <a:pt x="501" y="2335"/>
                </a:lnTo>
                <a:lnTo>
                  <a:pt x="1068" y="1068"/>
                </a:lnTo>
                <a:lnTo>
                  <a:pt x="106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9" name="Google Shape;1509;p82"/>
          <p:cNvSpPr/>
          <p:nvPr/>
        </p:nvSpPr>
        <p:spPr>
          <a:xfrm>
            <a:off x="3735963" y="4226925"/>
            <a:ext cx="9200" cy="165150"/>
          </a:xfrm>
          <a:custGeom>
            <a:avLst/>
            <a:gdLst/>
            <a:ahLst/>
            <a:cxnLst/>
            <a:rect l="l" t="t" r="r" b="b"/>
            <a:pathLst>
              <a:path w="368" h="6606" extrusionOk="0">
                <a:moveTo>
                  <a:pt x="1" y="1"/>
                </a:moveTo>
                <a:lnTo>
                  <a:pt x="1" y="6606"/>
                </a:lnTo>
                <a:lnTo>
                  <a:pt x="368" y="6606"/>
                </a:lnTo>
                <a:lnTo>
                  <a:pt x="368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0" name="Google Shape;1510;p82"/>
          <p:cNvSpPr/>
          <p:nvPr/>
        </p:nvSpPr>
        <p:spPr>
          <a:xfrm>
            <a:off x="3685938" y="4229425"/>
            <a:ext cx="110925" cy="8375"/>
          </a:xfrm>
          <a:custGeom>
            <a:avLst/>
            <a:gdLst/>
            <a:ahLst/>
            <a:cxnLst/>
            <a:rect l="l" t="t" r="r" b="b"/>
            <a:pathLst>
              <a:path w="4437" h="335" extrusionOk="0">
                <a:moveTo>
                  <a:pt x="0" y="1"/>
                </a:moveTo>
                <a:lnTo>
                  <a:pt x="0" y="334"/>
                </a:lnTo>
                <a:lnTo>
                  <a:pt x="4437" y="334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1" name="Google Shape;1511;p82"/>
          <p:cNvSpPr/>
          <p:nvPr/>
        </p:nvSpPr>
        <p:spPr>
          <a:xfrm>
            <a:off x="3685938" y="4312825"/>
            <a:ext cx="110925" cy="9200"/>
          </a:xfrm>
          <a:custGeom>
            <a:avLst/>
            <a:gdLst/>
            <a:ahLst/>
            <a:cxnLst/>
            <a:rect l="l" t="t" r="r" b="b"/>
            <a:pathLst>
              <a:path w="4437" h="368" extrusionOk="0">
                <a:moveTo>
                  <a:pt x="0" y="1"/>
                </a:moveTo>
                <a:lnTo>
                  <a:pt x="0" y="367"/>
                </a:lnTo>
                <a:lnTo>
                  <a:pt x="4437" y="367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2" name="Google Shape;1512;p82"/>
          <p:cNvSpPr/>
          <p:nvPr/>
        </p:nvSpPr>
        <p:spPr>
          <a:xfrm>
            <a:off x="3680088" y="4305325"/>
            <a:ext cx="120950" cy="8350"/>
          </a:xfrm>
          <a:custGeom>
            <a:avLst/>
            <a:gdLst/>
            <a:ahLst/>
            <a:cxnLst/>
            <a:rect l="l" t="t" r="r" b="b"/>
            <a:pathLst>
              <a:path w="4838" h="334" extrusionOk="0">
                <a:moveTo>
                  <a:pt x="1" y="0"/>
                </a:moveTo>
                <a:lnTo>
                  <a:pt x="1" y="334"/>
                </a:lnTo>
                <a:lnTo>
                  <a:pt x="4838" y="334"/>
                </a:lnTo>
                <a:lnTo>
                  <a:pt x="4838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3" name="Google Shape;1513;p82"/>
          <p:cNvSpPr/>
          <p:nvPr/>
        </p:nvSpPr>
        <p:spPr>
          <a:xfrm>
            <a:off x="3855213" y="4229425"/>
            <a:ext cx="110950" cy="160150"/>
          </a:xfrm>
          <a:custGeom>
            <a:avLst/>
            <a:gdLst/>
            <a:ahLst/>
            <a:cxnLst/>
            <a:rect l="l" t="t" r="r" b="b"/>
            <a:pathLst>
              <a:path w="4438" h="6406" extrusionOk="0">
                <a:moveTo>
                  <a:pt x="1" y="1"/>
                </a:moveTo>
                <a:lnTo>
                  <a:pt x="1" y="6405"/>
                </a:lnTo>
                <a:lnTo>
                  <a:pt x="4437" y="6405"/>
                </a:lnTo>
                <a:lnTo>
                  <a:pt x="4437" y="1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4" name="Google Shape;1514;p82"/>
          <p:cNvSpPr/>
          <p:nvPr/>
        </p:nvSpPr>
        <p:spPr>
          <a:xfrm>
            <a:off x="3845213" y="4220250"/>
            <a:ext cx="130950" cy="178500"/>
          </a:xfrm>
          <a:custGeom>
            <a:avLst/>
            <a:gdLst/>
            <a:ahLst/>
            <a:cxnLst/>
            <a:rect l="l" t="t" r="r" b="b"/>
            <a:pathLst>
              <a:path w="5238" h="7140" extrusionOk="0">
                <a:moveTo>
                  <a:pt x="301" y="1"/>
                </a:moveTo>
                <a:cubicBezTo>
                  <a:pt x="134" y="1"/>
                  <a:pt x="1" y="134"/>
                  <a:pt x="1" y="334"/>
                </a:cubicBezTo>
                <a:lnTo>
                  <a:pt x="1" y="6839"/>
                </a:lnTo>
                <a:cubicBezTo>
                  <a:pt x="1" y="7006"/>
                  <a:pt x="134" y="7139"/>
                  <a:pt x="301" y="7139"/>
                </a:cubicBezTo>
                <a:lnTo>
                  <a:pt x="4938" y="7139"/>
                </a:lnTo>
                <a:cubicBezTo>
                  <a:pt x="5104" y="7139"/>
                  <a:pt x="5238" y="7006"/>
                  <a:pt x="5238" y="6839"/>
                </a:cubicBezTo>
                <a:lnTo>
                  <a:pt x="5238" y="334"/>
                </a:lnTo>
                <a:cubicBezTo>
                  <a:pt x="5238" y="134"/>
                  <a:pt x="5104" y="1"/>
                  <a:pt x="4938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5" name="Google Shape;1515;p82"/>
          <p:cNvSpPr/>
          <p:nvPr/>
        </p:nvSpPr>
        <p:spPr>
          <a:xfrm>
            <a:off x="3855213" y="4229425"/>
            <a:ext cx="110950" cy="160150"/>
          </a:xfrm>
          <a:custGeom>
            <a:avLst/>
            <a:gdLst/>
            <a:ahLst/>
            <a:cxnLst/>
            <a:rect l="l" t="t" r="r" b="b"/>
            <a:pathLst>
              <a:path w="4438" h="6406" extrusionOk="0">
                <a:moveTo>
                  <a:pt x="1" y="1"/>
                </a:moveTo>
                <a:lnTo>
                  <a:pt x="1" y="6405"/>
                </a:lnTo>
                <a:lnTo>
                  <a:pt x="4437" y="6405"/>
                </a:lnTo>
                <a:lnTo>
                  <a:pt x="4437" y="1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6" name="Google Shape;1516;p82"/>
          <p:cNvSpPr/>
          <p:nvPr/>
        </p:nvSpPr>
        <p:spPr>
          <a:xfrm>
            <a:off x="3855213" y="4311150"/>
            <a:ext cx="45900" cy="77600"/>
          </a:xfrm>
          <a:custGeom>
            <a:avLst/>
            <a:gdLst/>
            <a:ahLst/>
            <a:cxnLst/>
            <a:rect l="l" t="t" r="r" b="b"/>
            <a:pathLst>
              <a:path w="1836" h="3104" extrusionOk="0">
                <a:moveTo>
                  <a:pt x="468" y="1"/>
                </a:moveTo>
                <a:lnTo>
                  <a:pt x="1" y="968"/>
                </a:lnTo>
                <a:lnTo>
                  <a:pt x="1" y="3103"/>
                </a:lnTo>
                <a:lnTo>
                  <a:pt x="368" y="3103"/>
                </a:lnTo>
                <a:lnTo>
                  <a:pt x="18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7" name="Google Shape;1517;p82"/>
          <p:cNvSpPr/>
          <p:nvPr/>
        </p:nvSpPr>
        <p:spPr>
          <a:xfrm>
            <a:off x="3875238" y="4317000"/>
            <a:ext cx="33375" cy="72575"/>
          </a:xfrm>
          <a:custGeom>
            <a:avLst/>
            <a:gdLst/>
            <a:ahLst/>
            <a:cxnLst/>
            <a:rect l="l" t="t" r="r" b="b"/>
            <a:pathLst>
              <a:path w="1335" h="2903" extrusionOk="0">
                <a:moveTo>
                  <a:pt x="1335" y="0"/>
                </a:moveTo>
                <a:lnTo>
                  <a:pt x="1" y="2902"/>
                </a:lnTo>
                <a:lnTo>
                  <a:pt x="501" y="2902"/>
                </a:lnTo>
                <a:lnTo>
                  <a:pt x="1335" y="1101"/>
                </a:lnTo>
                <a:lnTo>
                  <a:pt x="1335" y="1001"/>
                </a:lnTo>
                <a:cubicBezTo>
                  <a:pt x="1335" y="634"/>
                  <a:pt x="1335" y="334"/>
                  <a:pt x="133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8" name="Google Shape;1518;p82"/>
          <p:cNvSpPr/>
          <p:nvPr/>
        </p:nvSpPr>
        <p:spPr>
          <a:xfrm>
            <a:off x="3910263" y="4311150"/>
            <a:ext cx="54225" cy="77600"/>
          </a:xfrm>
          <a:custGeom>
            <a:avLst/>
            <a:gdLst/>
            <a:ahLst/>
            <a:cxnLst/>
            <a:rect l="l" t="t" r="r" b="b"/>
            <a:pathLst>
              <a:path w="2169" h="3104" extrusionOk="0">
                <a:moveTo>
                  <a:pt x="801" y="1"/>
                </a:moveTo>
                <a:lnTo>
                  <a:pt x="1" y="1735"/>
                </a:lnTo>
                <a:cubicBezTo>
                  <a:pt x="34" y="2069"/>
                  <a:pt x="34" y="2436"/>
                  <a:pt x="34" y="2770"/>
                </a:cubicBezTo>
                <a:cubicBezTo>
                  <a:pt x="34" y="2870"/>
                  <a:pt x="34" y="3003"/>
                  <a:pt x="67" y="3103"/>
                </a:cubicBezTo>
                <a:lnTo>
                  <a:pt x="734" y="3103"/>
                </a:lnTo>
                <a:lnTo>
                  <a:pt x="2169" y="34"/>
                </a:lnTo>
                <a:lnTo>
                  <a:pt x="1702" y="34"/>
                </a:lnTo>
                <a:cubicBezTo>
                  <a:pt x="1402" y="34"/>
                  <a:pt x="1101" y="34"/>
                  <a:pt x="80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p82"/>
          <p:cNvSpPr/>
          <p:nvPr/>
        </p:nvSpPr>
        <p:spPr>
          <a:xfrm>
            <a:off x="3939463" y="4331175"/>
            <a:ext cx="26700" cy="58400"/>
          </a:xfrm>
          <a:custGeom>
            <a:avLst/>
            <a:gdLst/>
            <a:ahLst/>
            <a:cxnLst/>
            <a:rect l="l" t="t" r="r" b="b"/>
            <a:pathLst>
              <a:path w="1068" h="2336" extrusionOk="0">
                <a:moveTo>
                  <a:pt x="1067" y="0"/>
                </a:moveTo>
                <a:lnTo>
                  <a:pt x="0" y="2335"/>
                </a:lnTo>
                <a:lnTo>
                  <a:pt x="500" y="2335"/>
                </a:lnTo>
                <a:lnTo>
                  <a:pt x="1067" y="1068"/>
                </a:lnTo>
                <a:lnTo>
                  <a:pt x="106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0" name="Google Shape;1520;p82"/>
          <p:cNvSpPr/>
          <p:nvPr/>
        </p:nvSpPr>
        <p:spPr>
          <a:xfrm>
            <a:off x="3905263" y="4226925"/>
            <a:ext cx="9200" cy="165150"/>
          </a:xfrm>
          <a:custGeom>
            <a:avLst/>
            <a:gdLst/>
            <a:ahLst/>
            <a:cxnLst/>
            <a:rect l="l" t="t" r="r" b="b"/>
            <a:pathLst>
              <a:path w="368" h="6606" extrusionOk="0">
                <a:moveTo>
                  <a:pt x="0" y="1"/>
                </a:moveTo>
                <a:lnTo>
                  <a:pt x="0" y="6606"/>
                </a:lnTo>
                <a:lnTo>
                  <a:pt x="367" y="6606"/>
                </a:lnTo>
                <a:lnTo>
                  <a:pt x="367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1" name="Google Shape;1521;p82"/>
          <p:cNvSpPr/>
          <p:nvPr/>
        </p:nvSpPr>
        <p:spPr>
          <a:xfrm>
            <a:off x="3855213" y="4229425"/>
            <a:ext cx="110950" cy="8375"/>
          </a:xfrm>
          <a:custGeom>
            <a:avLst/>
            <a:gdLst/>
            <a:ahLst/>
            <a:cxnLst/>
            <a:rect l="l" t="t" r="r" b="b"/>
            <a:pathLst>
              <a:path w="4438" h="335" extrusionOk="0">
                <a:moveTo>
                  <a:pt x="1" y="1"/>
                </a:moveTo>
                <a:lnTo>
                  <a:pt x="1" y="334"/>
                </a:lnTo>
                <a:lnTo>
                  <a:pt x="4437" y="334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2" name="Google Shape;1522;p82"/>
          <p:cNvSpPr/>
          <p:nvPr/>
        </p:nvSpPr>
        <p:spPr>
          <a:xfrm>
            <a:off x="3855213" y="4312825"/>
            <a:ext cx="110950" cy="9200"/>
          </a:xfrm>
          <a:custGeom>
            <a:avLst/>
            <a:gdLst/>
            <a:ahLst/>
            <a:cxnLst/>
            <a:rect l="l" t="t" r="r" b="b"/>
            <a:pathLst>
              <a:path w="4438" h="368" extrusionOk="0">
                <a:moveTo>
                  <a:pt x="1" y="1"/>
                </a:moveTo>
                <a:lnTo>
                  <a:pt x="1" y="367"/>
                </a:lnTo>
                <a:lnTo>
                  <a:pt x="4437" y="367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3" name="Google Shape;1523;p82"/>
          <p:cNvSpPr/>
          <p:nvPr/>
        </p:nvSpPr>
        <p:spPr>
          <a:xfrm>
            <a:off x="3849388" y="4305325"/>
            <a:ext cx="120950" cy="8350"/>
          </a:xfrm>
          <a:custGeom>
            <a:avLst/>
            <a:gdLst/>
            <a:ahLst/>
            <a:cxnLst/>
            <a:rect l="l" t="t" r="r" b="b"/>
            <a:pathLst>
              <a:path w="4838" h="334" extrusionOk="0">
                <a:moveTo>
                  <a:pt x="0" y="0"/>
                </a:moveTo>
                <a:lnTo>
                  <a:pt x="0" y="334"/>
                </a:lnTo>
                <a:lnTo>
                  <a:pt x="4837" y="334"/>
                </a:lnTo>
                <a:lnTo>
                  <a:pt x="4837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4" name="Google Shape;1524;p82"/>
          <p:cNvSpPr/>
          <p:nvPr/>
        </p:nvSpPr>
        <p:spPr>
          <a:xfrm>
            <a:off x="4024513" y="4229425"/>
            <a:ext cx="110925" cy="159325"/>
          </a:xfrm>
          <a:custGeom>
            <a:avLst/>
            <a:gdLst/>
            <a:ahLst/>
            <a:cxnLst/>
            <a:rect l="l" t="t" r="r" b="b"/>
            <a:pathLst>
              <a:path w="4437" h="6373" extrusionOk="0">
                <a:moveTo>
                  <a:pt x="0" y="1"/>
                </a:moveTo>
                <a:lnTo>
                  <a:pt x="0" y="6372"/>
                </a:lnTo>
                <a:lnTo>
                  <a:pt x="4437" y="6372"/>
                </a:lnTo>
                <a:lnTo>
                  <a:pt x="4437" y="1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5" name="Google Shape;1525;p82"/>
          <p:cNvSpPr/>
          <p:nvPr/>
        </p:nvSpPr>
        <p:spPr>
          <a:xfrm>
            <a:off x="4014513" y="4220250"/>
            <a:ext cx="130950" cy="178500"/>
          </a:xfrm>
          <a:custGeom>
            <a:avLst/>
            <a:gdLst/>
            <a:ahLst/>
            <a:cxnLst/>
            <a:rect l="l" t="t" r="r" b="b"/>
            <a:pathLst>
              <a:path w="5238" h="7140" extrusionOk="0">
                <a:moveTo>
                  <a:pt x="300" y="1"/>
                </a:moveTo>
                <a:cubicBezTo>
                  <a:pt x="134" y="1"/>
                  <a:pt x="0" y="134"/>
                  <a:pt x="0" y="334"/>
                </a:cubicBezTo>
                <a:lnTo>
                  <a:pt x="0" y="6839"/>
                </a:lnTo>
                <a:cubicBezTo>
                  <a:pt x="0" y="7006"/>
                  <a:pt x="134" y="7139"/>
                  <a:pt x="300" y="7139"/>
                </a:cubicBezTo>
                <a:lnTo>
                  <a:pt x="4937" y="7139"/>
                </a:lnTo>
                <a:cubicBezTo>
                  <a:pt x="5104" y="7139"/>
                  <a:pt x="5237" y="7006"/>
                  <a:pt x="5237" y="6839"/>
                </a:cubicBezTo>
                <a:lnTo>
                  <a:pt x="5237" y="334"/>
                </a:lnTo>
                <a:cubicBezTo>
                  <a:pt x="5237" y="134"/>
                  <a:pt x="5104" y="1"/>
                  <a:pt x="4937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6" name="Google Shape;1526;p82"/>
          <p:cNvSpPr/>
          <p:nvPr/>
        </p:nvSpPr>
        <p:spPr>
          <a:xfrm>
            <a:off x="4024513" y="4229425"/>
            <a:ext cx="110925" cy="159325"/>
          </a:xfrm>
          <a:custGeom>
            <a:avLst/>
            <a:gdLst/>
            <a:ahLst/>
            <a:cxnLst/>
            <a:rect l="l" t="t" r="r" b="b"/>
            <a:pathLst>
              <a:path w="4437" h="6373" extrusionOk="0">
                <a:moveTo>
                  <a:pt x="0" y="1"/>
                </a:moveTo>
                <a:lnTo>
                  <a:pt x="0" y="6372"/>
                </a:lnTo>
                <a:lnTo>
                  <a:pt x="4437" y="6372"/>
                </a:lnTo>
                <a:lnTo>
                  <a:pt x="4437" y="1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7" name="Google Shape;1527;p82"/>
          <p:cNvSpPr/>
          <p:nvPr/>
        </p:nvSpPr>
        <p:spPr>
          <a:xfrm>
            <a:off x="4024513" y="4311150"/>
            <a:ext cx="45050" cy="77600"/>
          </a:xfrm>
          <a:custGeom>
            <a:avLst/>
            <a:gdLst/>
            <a:ahLst/>
            <a:cxnLst/>
            <a:rect l="l" t="t" r="r" b="b"/>
            <a:pathLst>
              <a:path w="1802" h="3104" extrusionOk="0">
                <a:moveTo>
                  <a:pt x="467" y="1"/>
                </a:moveTo>
                <a:lnTo>
                  <a:pt x="0" y="968"/>
                </a:lnTo>
                <a:lnTo>
                  <a:pt x="0" y="3103"/>
                </a:lnTo>
                <a:lnTo>
                  <a:pt x="367" y="3103"/>
                </a:lnTo>
                <a:lnTo>
                  <a:pt x="180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8" name="Google Shape;1528;p82"/>
          <p:cNvSpPr/>
          <p:nvPr/>
        </p:nvSpPr>
        <p:spPr>
          <a:xfrm>
            <a:off x="4044538" y="4317000"/>
            <a:ext cx="33375" cy="72575"/>
          </a:xfrm>
          <a:custGeom>
            <a:avLst/>
            <a:gdLst/>
            <a:ahLst/>
            <a:cxnLst/>
            <a:rect l="l" t="t" r="r" b="b"/>
            <a:pathLst>
              <a:path w="1335" h="2903" extrusionOk="0">
                <a:moveTo>
                  <a:pt x="1334" y="0"/>
                </a:moveTo>
                <a:lnTo>
                  <a:pt x="0" y="2902"/>
                </a:lnTo>
                <a:lnTo>
                  <a:pt x="500" y="2902"/>
                </a:lnTo>
                <a:lnTo>
                  <a:pt x="1334" y="1101"/>
                </a:lnTo>
                <a:lnTo>
                  <a:pt x="1334" y="1001"/>
                </a:lnTo>
                <a:cubicBezTo>
                  <a:pt x="1334" y="634"/>
                  <a:pt x="1301" y="334"/>
                  <a:pt x="133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9" name="Google Shape;1529;p82"/>
          <p:cNvSpPr/>
          <p:nvPr/>
        </p:nvSpPr>
        <p:spPr>
          <a:xfrm>
            <a:off x="4079563" y="4311150"/>
            <a:ext cx="54225" cy="77600"/>
          </a:xfrm>
          <a:custGeom>
            <a:avLst/>
            <a:gdLst/>
            <a:ahLst/>
            <a:cxnLst/>
            <a:rect l="l" t="t" r="r" b="b"/>
            <a:pathLst>
              <a:path w="2169" h="3104" extrusionOk="0">
                <a:moveTo>
                  <a:pt x="801" y="1"/>
                </a:moveTo>
                <a:lnTo>
                  <a:pt x="0" y="1735"/>
                </a:lnTo>
                <a:cubicBezTo>
                  <a:pt x="33" y="2069"/>
                  <a:pt x="33" y="2436"/>
                  <a:pt x="33" y="2770"/>
                </a:cubicBezTo>
                <a:cubicBezTo>
                  <a:pt x="33" y="2870"/>
                  <a:pt x="33" y="3003"/>
                  <a:pt x="33" y="3103"/>
                </a:cubicBezTo>
                <a:lnTo>
                  <a:pt x="734" y="3103"/>
                </a:lnTo>
                <a:lnTo>
                  <a:pt x="2168" y="34"/>
                </a:lnTo>
                <a:lnTo>
                  <a:pt x="1701" y="34"/>
                </a:lnTo>
                <a:cubicBezTo>
                  <a:pt x="1401" y="34"/>
                  <a:pt x="1101" y="34"/>
                  <a:pt x="80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82"/>
          <p:cNvSpPr/>
          <p:nvPr/>
        </p:nvSpPr>
        <p:spPr>
          <a:xfrm>
            <a:off x="4108738" y="4331175"/>
            <a:ext cx="26700" cy="58400"/>
          </a:xfrm>
          <a:custGeom>
            <a:avLst/>
            <a:gdLst/>
            <a:ahLst/>
            <a:cxnLst/>
            <a:rect l="l" t="t" r="r" b="b"/>
            <a:pathLst>
              <a:path w="1068" h="2336" extrusionOk="0">
                <a:moveTo>
                  <a:pt x="1068" y="0"/>
                </a:moveTo>
                <a:lnTo>
                  <a:pt x="1" y="2335"/>
                </a:lnTo>
                <a:lnTo>
                  <a:pt x="501" y="2335"/>
                </a:lnTo>
                <a:lnTo>
                  <a:pt x="1068" y="1068"/>
                </a:lnTo>
                <a:lnTo>
                  <a:pt x="106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1" name="Google Shape;1531;p82"/>
          <p:cNvSpPr/>
          <p:nvPr/>
        </p:nvSpPr>
        <p:spPr>
          <a:xfrm>
            <a:off x="4074538" y="4226925"/>
            <a:ext cx="9200" cy="165150"/>
          </a:xfrm>
          <a:custGeom>
            <a:avLst/>
            <a:gdLst/>
            <a:ahLst/>
            <a:cxnLst/>
            <a:rect l="l" t="t" r="r" b="b"/>
            <a:pathLst>
              <a:path w="368" h="6606" extrusionOk="0">
                <a:moveTo>
                  <a:pt x="1" y="1"/>
                </a:moveTo>
                <a:lnTo>
                  <a:pt x="1" y="6606"/>
                </a:lnTo>
                <a:lnTo>
                  <a:pt x="368" y="6606"/>
                </a:lnTo>
                <a:lnTo>
                  <a:pt x="368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2" name="Google Shape;1532;p82"/>
          <p:cNvSpPr/>
          <p:nvPr/>
        </p:nvSpPr>
        <p:spPr>
          <a:xfrm>
            <a:off x="4024513" y="4229425"/>
            <a:ext cx="110925" cy="8375"/>
          </a:xfrm>
          <a:custGeom>
            <a:avLst/>
            <a:gdLst/>
            <a:ahLst/>
            <a:cxnLst/>
            <a:rect l="l" t="t" r="r" b="b"/>
            <a:pathLst>
              <a:path w="4437" h="335" extrusionOk="0">
                <a:moveTo>
                  <a:pt x="0" y="1"/>
                </a:moveTo>
                <a:lnTo>
                  <a:pt x="0" y="334"/>
                </a:lnTo>
                <a:lnTo>
                  <a:pt x="4437" y="334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3" name="Google Shape;1533;p82"/>
          <p:cNvSpPr/>
          <p:nvPr/>
        </p:nvSpPr>
        <p:spPr>
          <a:xfrm>
            <a:off x="4024513" y="4312825"/>
            <a:ext cx="110925" cy="9200"/>
          </a:xfrm>
          <a:custGeom>
            <a:avLst/>
            <a:gdLst/>
            <a:ahLst/>
            <a:cxnLst/>
            <a:rect l="l" t="t" r="r" b="b"/>
            <a:pathLst>
              <a:path w="4437" h="368" extrusionOk="0">
                <a:moveTo>
                  <a:pt x="0" y="1"/>
                </a:moveTo>
                <a:lnTo>
                  <a:pt x="0" y="367"/>
                </a:lnTo>
                <a:lnTo>
                  <a:pt x="4437" y="367"/>
                </a:lnTo>
                <a:lnTo>
                  <a:pt x="4437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4" name="Google Shape;1534;p82"/>
          <p:cNvSpPr/>
          <p:nvPr/>
        </p:nvSpPr>
        <p:spPr>
          <a:xfrm>
            <a:off x="4018663" y="4305325"/>
            <a:ext cx="120125" cy="8350"/>
          </a:xfrm>
          <a:custGeom>
            <a:avLst/>
            <a:gdLst/>
            <a:ahLst/>
            <a:cxnLst/>
            <a:rect l="l" t="t" r="r" b="b"/>
            <a:pathLst>
              <a:path w="4805" h="334" extrusionOk="0">
                <a:moveTo>
                  <a:pt x="1" y="0"/>
                </a:moveTo>
                <a:lnTo>
                  <a:pt x="1" y="334"/>
                </a:lnTo>
                <a:lnTo>
                  <a:pt x="4804" y="334"/>
                </a:lnTo>
                <a:lnTo>
                  <a:pt x="4804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5" name="Google Shape;1535;p82"/>
          <p:cNvSpPr/>
          <p:nvPr/>
        </p:nvSpPr>
        <p:spPr>
          <a:xfrm>
            <a:off x="3266463" y="4145200"/>
            <a:ext cx="954875" cy="40900"/>
          </a:xfrm>
          <a:custGeom>
            <a:avLst/>
            <a:gdLst/>
            <a:ahLst/>
            <a:cxnLst/>
            <a:rect l="l" t="t" r="r" b="b"/>
            <a:pathLst>
              <a:path w="38195" h="1636" extrusionOk="0">
                <a:moveTo>
                  <a:pt x="1" y="1"/>
                </a:moveTo>
                <a:lnTo>
                  <a:pt x="1" y="1635"/>
                </a:lnTo>
                <a:lnTo>
                  <a:pt x="38195" y="1635"/>
                </a:lnTo>
                <a:lnTo>
                  <a:pt x="38195" y="1"/>
                </a:lnTo>
                <a:close/>
              </a:path>
            </a:pathLst>
          </a:custGeom>
          <a:solidFill>
            <a:srgbClr val="E0D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6" name="Google Shape;1536;p82"/>
          <p:cNvSpPr/>
          <p:nvPr/>
        </p:nvSpPr>
        <p:spPr>
          <a:xfrm>
            <a:off x="3266463" y="3747425"/>
            <a:ext cx="954875" cy="74250"/>
          </a:xfrm>
          <a:custGeom>
            <a:avLst/>
            <a:gdLst/>
            <a:ahLst/>
            <a:cxnLst/>
            <a:rect l="l" t="t" r="r" b="b"/>
            <a:pathLst>
              <a:path w="38195" h="2970" extrusionOk="0">
                <a:moveTo>
                  <a:pt x="1" y="0"/>
                </a:moveTo>
                <a:lnTo>
                  <a:pt x="1" y="2969"/>
                </a:lnTo>
                <a:lnTo>
                  <a:pt x="38195" y="2969"/>
                </a:lnTo>
                <a:lnTo>
                  <a:pt x="38195" y="0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7" name="Google Shape;1537;p82"/>
          <p:cNvSpPr/>
          <p:nvPr/>
        </p:nvSpPr>
        <p:spPr>
          <a:xfrm>
            <a:off x="3235613" y="4117675"/>
            <a:ext cx="990725" cy="46725"/>
          </a:xfrm>
          <a:custGeom>
            <a:avLst/>
            <a:gdLst/>
            <a:ahLst/>
            <a:cxnLst/>
            <a:rect l="l" t="t" r="r" b="b"/>
            <a:pathLst>
              <a:path w="39629" h="1869" extrusionOk="0">
                <a:moveTo>
                  <a:pt x="935" y="1"/>
                </a:moveTo>
                <a:cubicBezTo>
                  <a:pt x="434" y="1"/>
                  <a:pt x="1" y="401"/>
                  <a:pt x="1" y="935"/>
                </a:cubicBezTo>
                <a:cubicBezTo>
                  <a:pt x="1" y="1469"/>
                  <a:pt x="434" y="1869"/>
                  <a:pt x="935" y="1869"/>
                </a:cubicBezTo>
                <a:lnTo>
                  <a:pt x="39629" y="1869"/>
                </a:lnTo>
                <a:lnTo>
                  <a:pt x="39629" y="1"/>
                </a:lnTo>
                <a:close/>
              </a:path>
            </a:pathLst>
          </a:custGeom>
          <a:solidFill>
            <a:srgbClr val="FDE8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8" name="Google Shape;1538;p82"/>
          <p:cNvSpPr/>
          <p:nvPr/>
        </p:nvSpPr>
        <p:spPr>
          <a:xfrm>
            <a:off x="3248113" y="4455425"/>
            <a:ext cx="980725" cy="201000"/>
          </a:xfrm>
          <a:custGeom>
            <a:avLst/>
            <a:gdLst/>
            <a:ahLst/>
            <a:cxnLst/>
            <a:rect l="l" t="t" r="r" b="b"/>
            <a:pathLst>
              <a:path w="39229" h="8040" extrusionOk="0">
                <a:moveTo>
                  <a:pt x="368" y="1"/>
                </a:moveTo>
                <a:cubicBezTo>
                  <a:pt x="168" y="1"/>
                  <a:pt x="1" y="167"/>
                  <a:pt x="1" y="368"/>
                </a:cubicBezTo>
                <a:lnTo>
                  <a:pt x="1" y="7673"/>
                </a:lnTo>
                <a:cubicBezTo>
                  <a:pt x="1" y="7873"/>
                  <a:pt x="168" y="8040"/>
                  <a:pt x="368" y="8040"/>
                </a:cubicBezTo>
                <a:lnTo>
                  <a:pt x="38862" y="8040"/>
                </a:lnTo>
                <a:cubicBezTo>
                  <a:pt x="39062" y="8040"/>
                  <a:pt x="39229" y="7873"/>
                  <a:pt x="39229" y="7673"/>
                </a:cubicBezTo>
                <a:lnTo>
                  <a:pt x="39229" y="368"/>
                </a:lnTo>
                <a:cubicBezTo>
                  <a:pt x="39229" y="167"/>
                  <a:pt x="39062" y="1"/>
                  <a:pt x="38862" y="1"/>
                </a:cubicBezTo>
                <a:close/>
              </a:path>
            </a:pathLst>
          </a:custGeom>
          <a:solidFill>
            <a:srgbClr val="C660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9" name="Google Shape;1539;p82"/>
          <p:cNvSpPr/>
          <p:nvPr/>
        </p:nvSpPr>
        <p:spPr>
          <a:xfrm>
            <a:off x="3199763" y="3435525"/>
            <a:ext cx="2745300" cy="341950"/>
          </a:xfrm>
          <a:custGeom>
            <a:avLst/>
            <a:gdLst/>
            <a:ahLst/>
            <a:cxnLst/>
            <a:rect l="l" t="t" r="r" b="b"/>
            <a:pathLst>
              <a:path w="109812" h="13678" extrusionOk="0">
                <a:moveTo>
                  <a:pt x="10775" y="1"/>
                </a:moveTo>
                <a:cubicBezTo>
                  <a:pt x="10341" y="1"/>
                  <a:pt x="9907" y="234"/>
                  <a:pt x="9640" y="601"/>
                </a:cubicBezTo>
                <a:lnTo>
                  <a:pt x="0" y="13677"/>
                </a:lnTo>
                <a:lnTo>
                  <a:pt x="109812" y="13677"/>
                </a:lnTo>
                <a:lnTo>
                  <a:pt x="100172" y="601"/>
                </a:lnTo>
                <a:cubicBezTo>
                  <a:pt x="99905" y="234"/>
                  <a:pt x="99471" y="1"/>
                  <a:pt x="99038" y="1"/>
                </a:cubicBezTo>
                <a:close/>
              </a:path>
            </a:pathLst>
          </a:custGeom>
          <a:solidFill>
            <a:srgbClr val="8027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0" name="Google Shape;1540;p82"/>
          <p:cNvSpPr/>
          <p:nvPr/>
        </p:nvSpPr>
        <p:spPr>
          <a:xfrm>
            <a:off x="4266363" y="3683200"/>
            <a:ext cx="81750" cy="12550"/>
          </a:xfrm>
          <a:custGeom>
            <a:avLst/>
            <a:gdLst/>
            <a:ahLst/>
            <a:cxnLst/>
            <a:rect l="l" t="t" r="r" b="b"/>
            <a:pathLst>
              <a:path w="3270" h="502" extrusionOk="0">
                <a:moveTo>
                  <a:pt x="0" y="1"/>
                </a:moveTo>
                <a:lnTo>
                  <a:pt x="0" y="501"/>
                </a:lnTo>
                <a:lnTo>
                  <a:pt x="3269" y="501"/>
                </a:lnTo>
                <a:lnTo>
                  <a:pt x="3269" y="1"/>
                </a:lnTo>
                <a:close/>
              </a:path>
            </a:pathLst>
          </a:custGeom>
          <a:solidFill>
            <a:srgbClr val="C255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1" name="Google Shape;1541;p82"/>
          <p:cNvSpPr/>
          <p:nvPr/>
        </p:nvSpPr>
        <p:spPr>
          <a:xfrm>
            <a:off x="4394788" y="3488075"/>
            <a:ext cx="81750" cy="11700"/>
          </a:xfrm>
          <a:custGeom>
            <a:avLst/>
            <a:gdLst/>
            <a:ahLst/>
            <a:cxnLst/>
            <a:rect l="l" t="t" r="r" b="b"/>
            <a:pathLst>
              <a:path w="3270" h="468" extrusionOk="0">
                <a:moveTo>
                  <a:pt x="0" y="0"/>
                </a:moveTo>
                <a:lnTo>
                  <a:pt x="0" y="467"/>
                </a:lnTo>
                <a:lnTo>
                  <a:pt x="3269" y="467"/>
                </a:lnTo>
                <a:lnTo>
                  <a:pt x="3269" y="0"/>
                </a:lnTo>
                <a:close/>
              </a:path>
            </a:pathLst>
          </a:custGeom>
          <a:solidFill>
            <a:srgbClr val="C255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2" name="Google Shape;1542;p82"/>
          <p:cNvSpPr/>
          <p:nvPr/>
        </p:nvSpPr>
        <p:spPr>
          <a:xfrm>
            <a:off x="4463163" y="3588150"/>
            <a:ext cx="81750" cy="12525"/>
          </a:xfrm>
          <a:custGeom>
            <a:avLst/>
            <a:gdLst/>
            <a:ahLst/>
            <a:cxnLst/>
            <a:rect l="l" t="t" r="r" b="b"/>
            <a:pathLst>
              <a:path w="3270" h="501" extrusionOk="0">
                <a:moveTo>
                  <a:pt x="0" y="0"/>
                </a:moveTo>
                <a:lnTo>
                  <a:pt x="0" y="501"/>
                </a:lnTo>
                <a:lnTo>
                  <a:pt x="3269" y="501"/>
                </a:lnTo>
                <a:lnTo>
                  <a:pt x="3269" y="0"/>
                </a:lnTo>
                <a:close/>
              </a:path>
            </a:pathLst>
          </a:custGeom>
          <a:solidFill>
            <a:srgbClr val="C255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82"/>
          <p:cNvSpPr/>
          <p:nvPr/>
        </p:nvSpPr>
        <p:spPr>
          <a:xfrm>
            <a:off x="4295538" y="3563125"/>
            <a:ext cx="45050" cy="12525"/>
          </a:xfrm>
          <a:custGeom>
            <a:avLst/>
            <a:gdLst/>
            <a:ahLst/>
            <a:cxnLst/>
            <a:rect l="l" t="t" r="r" b="b"/>
            <a:pathLst>
              <a:path w="1802" h="501" extrusionOk="0">
                <a:moveTo>
                  <a:pt x="1" y="0"/>
                </a:moveTo>
                <a:lnTo>
                  <a:pt x="1" y="501"/>
                </a:lnTo>
                <a:lnTo>
                  <a:pt x="1802" y="501"/>
                </a:lnTo>
                <a:lnTo>
                  <a:pt x="1802" y="0"/>
                </a:lnTo>
                <a:close/>
              </a:path>
            </a:pathLst>
          </a:custGeom>
          <a:solidFill>
            <a:srgbClr val="C255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4" name="Google Shape;1544;p82"/>
          <p:cNvSpPr/>
          <p:nvPr/>
        </p:nvSpPr>
        <p:spPr>
          <a:xfrm>
            <a:off x="4750038" y="3701550"/>
            <a:ext cx="81750" cy="12550"/>
          </a:xfrm>
          <a:custGeom>
            <a:avLst/>
            <a:gdLst/>
            <a:ahLst/>
            <a:cxnLst/>
            <a:rect l="l" t="t" r="r" b="b"/>
            <a:pathLst>
              <a:path w="3270" h="502" extrusionOk="0">
                <a:moveTo>
                  <a:pt x="0" y="1"/>
                </a:moveTo>
                <a:lnTo>
                  <a:pt x="0" y="501"/>
                </a:lnTo>
                <a:lnTo>
                  <a:pt x="3269" y="501"/>
                </a:lnTo>
                <a:lnTo>
                  <a:pt x="3269" y="1"/>
                </a:lnTo>
                <a:close/>
              </a:path>
            </a:pathLst>
          </a:custGeom>
          <a:solidFill>
            <a:srgbClr val="C255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82"/>
          <p:cNvSpPr/>
          <p:nvPr/>
        </p:nvSpPr>
        <p:spPr>
          <a:xfrm>
            <a:off x="4750038" y="3481400"/>
            <a:ext cx="81750" cy="12525"/>
          </a:xfrm>
          <a:custGeom>
            <a:avLst/>
            <a:gdLst/>
            <a:ahLst/>
            <a:cxnLst/>
            <a:rect l="l" t="t" r="r" b="b"/>
            <a:pathLst>
              <a:path w="3270" h="501" extrusionOk="0">
                <a:moveTo>
                  <a:pt x="0" y="0"/>
                </a:moveTo>
                <a:lnTo>
                  <a:pt x="0" y="501"/>
                </a:lnTo>
                <a:lnTo>
                  <a:pt x="3269" y="501"/>
                </a:lnTo>
                <a:lnTo>
                  <a:pt x="3269" y="0"/>
                </a:lnTo>
                <a:close/>
              </a:path>
            </a:pathLst>
          </a:custGeom>
          <a:solidFill>
            <a:srgbClr val="C255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82"/>
          <p:cNvSpPr/>
          <p:nvPr/>
        </p:nvSpPr>
        <p:spPr>
          <a:xfrm>
            <a:off x="4678313" y="3528100"/>
            <a:ext cx="81750" cy="12525"/>
          </a:xfrm>
          <a:custGeom>
            <a:avLst/>
            <a:gdLst/>
            <a:ahLst/>
            <a:cxnLst/>
            <a:rect l="l" t="t" r="r" b="b"/>
            <a:pathLst>
              <a:path w="3270" h="501" extrusionOk="0">
                <a:moveTo>
                  <a:pt x="0" y="0"/>
                </a:moveTo>
                <a:lnTo>
                  <a:pt x="0" y="501"/>
                </a:lnTo>
                <a:lnTo>
                  <a:pt x="3269" y="501"/>
                </a:lnTo>
                <a:lnTo>
                  <a:pt x="3269" y="0"/>
                </a:lnTo>
                <a:close/>
              </a:path>
            </a:pathLst>
          </a:custGeom>
          <a:solidFill>
            <a:srgbClr val="C255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82"/>
          <p:cNvSpPr/>
          <p:nvPr/>
        </p:nvSpPr>
        <p:spPr>
          <a:xfrm>
            <a:off x="4806738" y="3596475"/>
            <a:ext cx="45050" cy="12550"/>
          </a:xfrm>
          <a:custGeom>
            <a:avLst/>
            <a:gdLst/>
            <a:ahLst/>
            <a:cxnLst/>
            <a:rect l="l" t="t" r="r" b="b"/>
            <a:pathLst>
              <a:path w="1802" h="502" extrusionOk="0">
                <a:moveTo>
                  <a:pt x="0" y="1"/>
                </a:moveTo>
                <a:lnTo>
                  <a:pt x="0" y="501"/>
                </a:lnTo>
                <a:lnTo>
                  <a:pt x="1802" y="501"/>
                </a:lnTo>
                <a:lnTo>
                  <a:pt x="1802" y="1"/>
                </a:lnTo>
                <a:close/>
              </a:path>
            </a:pathLst>
          </a:custGeom>
          <a:solidFill>
            <a:srgbClr val="C255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8" name="Google Shape;1548;p82"/>
          <p:cNvSpPr/>
          <p:nvPr/>
        </p:nvSpPr>
        <p:spPr>
          <a:xfrm>
            <a:off x="3178063" y="3766600"/>
            <a:ext cx="2789525" cy="33375"/>
          </a:xfrm>
          <a:custGeom>
            <a:avLst/>
            <a:gdLst/>
            <a:ahLst/>
            <a:cxnLst/>
            <a:rect l="l" t="t" r="r" b="b"/>
            <a:pathLst>
              <a:path w="111581" h="1335" extrusionOk="0">
                <a:moveTo>
                  <a:pt x="668" y="1"/>
                </a:moveTo>
                <a:cubicBezTo>
                  <a:pt x="301" y="1"/>
                  <a:pt x="1" y="301"/>
                  <a:pt x="1" y="668"/>
                </a:cubicBezTo>
                <a:cubicBezTo>
                  <a:pt x="1" y="1035"/>
                  <a:pt x="301" y="1335"/>
                  <a:pt x="668" y="1335"/>
                </a:cubicBezTo>
                <a:lnTo>
                  <a:pt x="110913" y="1335"/>
                </a:lnTo>
                <a:cubicBezTo>
                  <a:pt x="111280" y="1335"/>
                  <a:pt x="111581" y="1035"/>
                  <a:pt x="111581" y="668"/>
                </a:cubicBezTo>
                <a:cubicBezTo>
                  <a:pt x="111581" y="301"/>
                  <a:pt x="111280" y="1"/>
                  <a:pt x="110913" y="1"/>
                </a:cubicBezTo>
                <a:close/>
              </a:path>
            </a:pathLst>
          </a:custGeom>
          <a:solidFill>
            <a:srgbClr val="5213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9" name="Google Shape;1549;p82"/>
          <p:cNvSpPr/>
          <p:nvPr/>
        </p:nvSpPr>
        <p:spPr>
          <a:xfrm>
            <a:off x="4204638" y="3337125"/>
            <a:ext cx="735550" cy="1253425"/>
          </a:xfrm>
          <a:custGeom>
            <a:avLst/>
            <a:gdLst/>
            <a:ahLst/>
            <a:cxnLst/>
            <a:rect l="l" t="t" r="r" b="b"/>
            <a:pathLst>
              <a:path w="29422" h="50137" extrusionOk="0">
                <a:moveTo>
                  <a:pt x="14711" y="1"/>
                </a:moveTo>
                <a:lnTo>
                  <a:pt x="1" y="11842"/>
                </a:lnTo>
                <a:lnTo>
                  <a:pt x="1" y="30456"/>
                </a:lnTo>
                <a:lnTo>
                  <a:pt x="1" y="50137"/>
                </a:lnTo>
                <a:lnTo>
                  <a:pt x="29422" y="50137"/>
                </a:lnTo>
                <a:lnTo>
                  <a:pt x="29422" y="30456"/>
                </a:lnTo>
                <a:lnTo>
                  <a:pt x="29422" y="11842"/>
                </a:lnTo>
                <a:lnTo>
                  <a:pt x="14711" y="1"/>
                </a:lnTo>
                <a:close/>
              </a:path>
            </a:pathLst>
          </a:custGeom>
          <a:solidFill>
            <a:srgbClr val="F1A8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0" name="Google Shape;1550;p82"/>
          <p:cNvSpPr/>
          <p:nvPr/>
        </p:nvSpPr>
        <p:spPr>
          <a:xfrm>
            <a:off x="4129588" y="3279575"/>
            <a:ext cx="885650" cy="354450"/>
          </a:xfrm>
          <a:custGeom>
            <a:avLst/>
            <a:gdLst/>
            <a:ahLst/>
            <a:cxnLst/>
            <a:rect l="l" t="t" r="r" b="b"/>
            <a:pathLst>
              <a:path w="35426" h="14178" extrusionOk="0">
                <a:moveTo>
                  <a:pt x="17713" y="1"/>
                </a:moveTo>
                <a:lnTo>
                  <a:pt x="0" y="14178"/>
                </a:lnTo>
                <a:lnTo>
                  <a:pt x="3003" y="14178"/>
                </a:lnTo>
                <a:lnTo>
                  <a:pt x="3003" y="14144"/>
                </a:lnTo>
                <a:lnTo>
                  <a:pt x="17713" y="2303"/>
                </a:lnTo>
                <a:lnTo>
                  <a:pt x="32424" y="14144"/>
                </a:lnTo>
                <a:lnTo>
                  <a:pt x="32424" y="14178"/>
                </a:lnTo>
                <a:lnTo>
                  <a:pt x="35426" y="14178"/>
                </a:lnTo>
                <a:lnTo>
                  <a:pt x="17713" y="1"/>
                </a:lnTo>
                <a:close/>
              </a:path>
            </a:pathLst>
          </a:custGeom>
          <a:solidFill>
            <a:srgbClr val="FDE8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1" name="Google Shape;1551;p82"/>
          <p:cNvSpPr/>
          <p:nvPr/>
        </p:nvSpPr>
        <p:spPr>
          <a:xfrm>
            <a:off x="4204638" y="3337125"/>
            <a:ext cx="735550" cy="314425"/>
          </a:xfrm>
          <a:custGeom>
            <a:avLst/>
            <a:gdLst/>
            <a:ahLst/>
            <a:cxnLst/>
            <a:rect l="l" t="t" r="r" b="b"/>
            <a:pathLst>
              <a:path w="29422" h="12577" extrusionOk="0">
                <a:moveTo>
                  <a:pt x="14711" y="1"/>
                </a:moveTo>
                <a:lnTo>
                  <a:pt x="1" y="11842"/>
                </a:lnTo>
                <a:lnTo>
                  <a:pt x="1" y="12576"/>
                </a:lnTo>
                <a:lnTo>
                  <a:pt x="14711" y="1068"/>
                </a:lnTo>
                <a:lnTo>
                  <a:pt x="29422" y="12576"/>
                </a:lnTo>
                <a:lnTo>
                  <a:pt x="29422" y="11842"/>
                </a:lnTo>
                <a:lnTo>
                  <a:pt x="14711" y="1"/>
                </a:lnTo>
                <a:close/>
              </a:path>
            </a:pathLst>
          </a:custGeom>
          <a:solidFill>
            <a:srgbClr val="E0D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2" name="Google Shape;1552;p82"/>
          <p:cNvSpPr/>
          <p:nvPr/>
        </p:nvSpPr>
        <p:spPr>
          <a:xfrm>
            <a:off x="4204638" y="4137700"/>
            <a:ext cx="735550" cy="54225"/>
          </a:xfrm>
          <a:custGeom>
            <a:avLst/>
            <a:gdLst/>
            <a:ahLst/>
            <a:cxnLst/>
            <a:rect l="l" t="t" r="r" b="b"/>
            <a:pathLst>
              <a:path w="29422" h="2169" extrusionOk="0">
                <a:moveTo>
                  <a:pt x="1" y="1"/>
                </a:moveTo>
                <a:lnTo>
                  <a:pt x="1" y="2169"/>
                </a:lnTo>
                <a:lnTo>
                  <a:pt x="29422" y="2169"/>
                </a:lnTo>
                <a:lnTo>
                  <a:pt x="29422" y="67"/>
                </a:lnTo>
                <a:cubicBezTo>
                  <a:pt x="28521" y="67"/>
                  <a:pt x="27620" y="34"/>
                  <a:pt x="26720" y="34"/>
                </a:cubicBezTo>
                <a:lnTo>
                  <a:pt x="17847" y="34"/>
                </a:lnTo>
                <a:cubicBezTo>
                  <a:pt x="14097" y="34"/>
                  <a:pt x="10333" y="114"/>
                  <a:pt x="6573" y="114"/>
                </a:cubicBezTo>
                <a:cubicBezTo>
                  <a:pt x="4380" y="114"/>
                  <a:pt x="2188" y="87"/>
                  <a:pt x="1" y="1"/>
                </a:cubicBezTo>
                <a:close/>
              </a:path>
            </a:pathLst>
          </a:custGeom>
          <a:solidFill>
            <a:srgbClr val="E0D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3" name="Google Shape;1553;p82"/>
          <p:cNvSpPr/>
          <p:nvPr/>
        </p:nvSpPr>
        <p:spPr>
          <a:xfrm>
            <a:off x="4186288" y="4065150"/>
            <a:ext cx="772250" cy="104275"/>
          </a:xfrm>
          <a:custGeom>
            <a:avLst/>
            <a:gdLst/>
            <a:ahLst/>
            <a:cxnLst/>
            <a:rect l="l" t="t" r="r" b="b"/>
            <a:pathLst>
              <a:path w="30890" h="4171" extrusionOk="0">
                <a:moveTo>
                  <a:pt x="1" y="0"/>
                </a:moveTo>
                <a:lnTo>
                  <a:pt x="1" y="4170"/>
                </a:lnTo>
                <a:lnTo>
                  <a:pt x="30889" y="4170"/>
                </a:lnTo>
                <a:lnTo>
                  <a:pt x="30889" y="0"/>
                </a:lnTo>
                <a:close/>
              </a:path>
            </a:pathLst>
          </a:custGeom>
          <a:solidFill>
            <a:srgbClr val="FDE8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82"/>
          <p:cNvSpPr/>
          <p:nvPr/>
        </p:nvSpPr>
        <p:spPr>
          <a:xfrm>
            <a:off x="4186288" y="4065150"/>
            <a:ext cx="772250" cy="25050"/>
          </a:xfrm>
          <a:custGeom>
            <a:avLst/>
            <a:gdLst/>
            <a:ahLst/>
            <a:cxnLst/>
            <a:rect l="l" t="t" r="r" b="b"/>
            <a:pathLst>
              <a:path w="30890" h="1002" extrusionOk="0">
                <a:moveTo>
                  <a:pt x="1" y="0"/>
                </a:moveTo>
                <a:lnTo>
                  <a:pt x="1" y="1001"/>
                </a:lnTo>
                <a:lnTo>
                  <a:pt x="30889" y="1001"/>
                </a:lnTo>
                <a:lnTo>
                  <a:pt x="30889" y="0"/>
                </a:lnTo>
                <a:close/>
              </a:path>
            </a:pathLst>
          </a:custGeom>
          <a:solidFill>
            <a:srgbClr val="FEF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5" name="Google Shape;1555;p82"/>
          <p:cNvSpPr/>
          <p:nvPr/>
        </p:nvSpPr>
        <p:spPr>
          <a:xfrm>
            <a:off x="4478163" y="3496050"/>
            <a:ext cx="187675" cy="168350"/>
          </a:xfrm>
          <a:custGeom>
            <a:avLst/>
            <a:gdLst/>
            <a:ahLst/>
            <a:cxnLst/>
            <a:rect l="l" t="t" r="r" b="b"/>
            <a:pathLst>
              <a:path w="7507" h="6734" extrusionOk="0">
                <a:moveTo>
                  <a:pt x="3757" y="1"/>
                </a:moveTo>
                <a:cubicBezTo>
                  <a:pt x="2825" y="1"/>
                  <a:pt x="1899" y="379"/>
                  <a:pt x="1235" y="1116"/>
                </a:cubicBezTo>
                <a:cubicBezTo>
                  <a:pt x="1" y="2517"/>
                  <a:pt x="134" y="4652"/>
                  <a:pt x="1535" y="5886"/>
                </a:cubicBezTo>
                <a:cubicBezTo>
                  <a:pt x="2167" y="6455"/>
                  <a:pt x="2961" y="6734"/>
                  <a:pt x="3756" y="6734"/>
                </a:cubicBezTo>
                <a:cubicBezTo>
                  <a:pt x="4682" y="6734"/>
                  <a:pt x="5607" y="6355"/>
                  <a:pt x="6272" y="5619"/>
                </a:cubicBezTo>
                <a:cubicBezTo>
                  <a:pt x="7506" y="4218"/>
                  <a:pt x="7406" y="2083"/>
                  <a:pt x="6005" y="849"/>
                </a:cubicBezTo>
                <a:cubicBezTo>
                  <a:pt x="5358" y="279"/>
                  <a:pt x="4555" y="1"/>
                  <a:pt x="3757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6" name="Google Shape;1556;p82"/>
          <p:cNvSpPr/>
          <p:nvPr/>
        </p:nvSpPr>
        <p:spPr>
          <a:xfrm>
            <a:off x="4504013" y="3512250"/>
            <a:ext cx="136800" cy="135950"/>
          </a:xfrm>
          <a:custGeom>
            <a:avLst/>
            <a:gdLst/>
            <a:ahLst/>
            <a:cxnLst/>
            <a:rect l="l" t="t" r="r" b="b"/>
            <a:pathLst>
              <a:path w="5472" h="5438" extrusionOk="0">
                <a:moveTo>
                  <a:pt x="2736" y="1"/>
                </a:moveTo>
                <a:cubicBezTo>
                  <a:pt x="1235" y="1"/>
                  <a:pt x="1" y="1202"/>
                  <a:pt x="1" y="2736"/>
                </a:cubicBezTo>
                <a:cubicBezTo>
                  <a:pt x="1" y="4237"/>
                  <a:pt x="1235" y="5438"/>
                  <a:pt x="2736" y="5438"/>
                </a:cubicBezTo>
                <a:cubicBezTo>
                  <a:pt x="4237" y="5438"/>
                  <a:pt x="5471" y="4237"/>
                  <a:pt x="5471" y="2736"/>
                </a:cubicBezTo>
                <a:cubicBezTo>
                  <a:pt x="5471" y="1202"/>
                  <a:pt x="4237" y="1"/>
                  <a:pt x="273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82"/>
          <p:cNvSpPr/>
          <p:nvPr/>
        </p:nvSpPr>
        <p:spPr>
          <a:xfrm>
            <a:off x="4537388" y="3528075"/>
            <a:ext cx="40875" cy="80100"/>
          </a:xfrm>
          <a:custGeom>
            <a:avLst/>
            <a:gdLst/>
            <a:ahLst/>
            <a:cxnLst/>
            <a:rect l="l" t="t" r="r" b="b"/>
            <a:pathLst>
              <a:path w="1635" h="3204" extrusionOk="0">
                <a:moveTo>
                  <a:pt x="214" y="0"/>
                </a:moveTo>
                <a:cubicBezTo>
                  <a:pt x="185" y="0"/>
                  <a:pt x="157" y="11"/>
                  <a:pt x="134" y="35"/>
                </a:cubicBezTo>
                <a:cubicBezTo>
                  <a:pt x="33" y="68"/>
                  <a:pt x="0" y="202"/>
                  <a:pt x="67" y="268"/>
                </a:cubicBezTo>
                <a:lnTo>
                  <a:pt x="1168" y="2070"/>
                </a:lnTo>
                <a:lnTo>
                  <a:pt x="234" y="2904"/>
                </a:lnTo>
                <a:cubicBezTo>
                  <a:pt x="167" y="2970"/>
                  <a:pt x="167" y="3070"/>
                  <a:pt x="234" y="3170"/>
                </a:cubicBezTo>
                <a:cubicBezTo>
                  <a:pt x="267" y="3204"/>
                  <a:pt x="300" y="3204"/>
                  <a:pt x="367" y="3204"/>
                </a:cubicBezTo>
                <a:cubicBezTo>
                  <a:pt x="400" y="3204"/>
                  <a:pt x="434" y="3204"/>
                  <a:pt x="500" y="3170"/>
                </a:cubicBezTo>
                <a:lnTo>
                  <a:pt x="1635" y="2103"/>
                </a:lnTo>
                <a:lnTo>
                  <a:pt x="367" y="102"/>
                </a:lnTo>
                <a:cubicBezTo>
                  <a:pt x="324" y="37"/>
                  <a:pt x="267" y="0"/>
                  <a:pt x="214" y="0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82"/>
          <p:cNvSpPr/>
          <p:nvPr/>
        </p:nvSpPr>
        <p:spPr>
          <a:xfrm>
            <a:off x="4451488" y="4246950"/>
            <a:ext cx="241850" cy="356100"/>
          </a:xfrm>
          <a:custGeom>
            <a:avLst/>
            <a:gdLst/>
            <a:ahLst/>
            <a:cxnLst/>
            <a:rect l="l" t="t" r="r" b="b"/>
            <a:pathLst>
              <a:path w="9674" h="14244" extrusionOk="0">
                <a:moveTo>
                  <a:pt x="1201" y="0"/>
                </a:moveTo>
                <a:cubicBezTo>
                  <a:pt x="534" y="0"/>
                  <a:pt x="0" y="534"/>
                  <a:pt x="0" y="1168"/>
                </a:cubicBezTo>
                <a:lnTo>
                  <a:pt x="0" y="14244"/>
                </a:lnTo>
                <a:lnTo>
                  <a:pt x="9674" y="14244"/>
                </a:lnTo>
                <a:lnTo>
                  <a:pt x="9674" y="1168"/>
                </a:lnTo>
                <a:cubicBezTo>
                  <a:pt x="9674" y="534"/>
                  <a:pt x="9140" y="0"/>
                  <a:pt x="8506" y="0"/>
                </a:cubicBezTo>
                <a:close/>
              </a:path>
            </a:pathLst>
          </a:custGeom>
          <a:solidFill>
            <a:srgbClr val="5213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82"/>
          <p:cNvSpPr/>
          <p:nvPr/>
        </p:nvSpPr>
        <p:spPr>
          <a:xfrm>
            <a:off x="4451488" y="4246950"/>
            <a:ext cx="241850" cy="60900"/>
          </a:xfrm>
          <a:custGeom>
            <a:avLst/>
            <a:gdLst/>
            <a:ahLst/>
            <a:cxnLst/>
            <a:rect l="l" t="t" r="r" b="b"/>
            <a:pathLst>
              <a:path w="9674" h="2436" extrusionOk="0">
                <a:moveTo>
                  <a:pt x="1001" y="0"/>
                </a:moveTo>
                <a:cubicBezTo>
                  <a:pt x="434" y="0"/>
                  <a:pt x="0" y="601"/>
                  <a:pt x="0" y="1368"/>
                </a:cubicBezTo>
                <a:lnTo>
                  <a:pt x="0" y="2435"/>
                </a:lnTo>
                <a:cubicBezTo>
                  <a:pt x="0" y="1668"/>
                  <a:pt x="434" y="1034"/>
                  <a:pt x="1001" y="1034"/>
                </a:cubicBezTo>
                <a:lnTo>
                  <a:pt x="8673" y="1034"/>
                </a:lnTo>
                <a:cubicBezTo>
                  <a:pt x="9240" y="1034"/>
                  <a:pt x="9674" y="1668"/>
                  <a:pt x="9674" y="2435"/>
                </a:cubicBezTo>
                <a:lnTo>
                  <a:pt x="9674" y="1368"/>
                </a:lnTo>
                <a:cubicBezTo>
                  <a:pt x="9674" y="601"/>
                  <a:pt x="9240" y="0"/>
                  <a:pt x="8673" y="0"/>
                </a:cubicBez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0" name="Google Shape;1560;p82"/>
          <p:cNvSpPr/>
          <p:nvPr/>
        </p:nvSpPr>
        <p:spPr>
          <a:xfrm>
            <a:off x="4195463" y="4579675"/>
            <a:ext cx="753900" cy="55900"/>
          </a:xfrm>
          <a:custGeom>
            <a:avLst/>
            <a:gdLst/>
            <a:ahLst/>
            <a:cxnLst/>
            <a:rect l="l" t="t" r="r" b="b"/>
            <a:pathLst>
              <a:path w="30156" h="2236" extrusionOk="0">
                <a:moveTo>
                  <a:pt x="1" y="1"/>
                </a:moveTo>
                <a:lnTo>
                  <a:pt x="1" y="2236"/>
                </a:lnTo>
                <a:lnTo>
                  <a:pt x="30156" y="2236"/>
                </a:lnTo>
                <a:lnTo>
                  <a:pt x="30156" y="1"/>
                </a:lnTo>
                <a:close/>
              </a:path>
            </a:pathLst>
          </a:custGeom>
          <a:solidFill>
            <a:srgbClr val="FDE8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1" name="Google Shape;1561;p82"/>
          <p:cNvSpPr/>
          <p:nvPr/>
        </p:nvSpPr>
        <p:spPr>
          <a:xfrm>
            <a:off x="4195463" y="4618050"/>
            <a:ext cx="753900" cy="17525"/>
          </a:xfrm>
          <a:custGeom>
            <a:avLst/>
            <a:gdLst/>
            <a:ahLst/>
            <a:cxnLst/>
            <a:rect l="l" t="t" r="r" b="b"/>
            <a:pathLst>
              <a:path w="30156" h="701" extrusionOk="0">
                <a:moveTo>
                  <a:pt x="1" y="0"/>
                </a:moveTo>
                <a:lnTo>
                  <a:pt x="1" y="701"/>
                </a:lnTo>
                <a:lnTo>
                  <a:pt x="30156" y="701"/>
                </a:lnTo>
                <a:lnTo>
                  <a:pt x="30156" y="0"/>
                </a:lnTo>
                <a:close/>
              </a:path>
            </a:pathLst>
          </a:custGeom>
          <a:solidFill>
            <a:srgbClr val="E0D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2" name="Google Shape;1562;p82"/>
          <p:cNvSpPr/>
          <p:nvPr/>
        </p:nvSpPr>
        <p:spPr>
          <a:xfrm>
            <a:off x="4161288" y="4633900"/>
            <a:ext cx="822275" cy="55050"/>
          </a:xfrm>
          <a:custGeom>
            <a:avLst/>
            <a:gdLst/>
            <a:ahLst/>
            <a:cxnLst/>
            <a:rect l="l" t="t" r="r" b="b"/>
            <a:pathLst>
              <a:path w="32891" h="2202" extrusionOk="0">
                <a:moveTo>
                  <a:pt x="0" y="0"/>
                </a:moveTo>
                <a:lnTo>
                  <a:pt x="0" y="2202"/>
                </a:lnTo>
                <a:lnTo>
                  <a:pt x="32890" y="2202"/>
                </a:lnTo>
                <a:lnTo>
                  <a:pt x="32890" y="0"/>
                </a:lnTo>
                <a:close/>
              </a:path>
            </a:pathLst>
          </a:custGeom>
          <a:solidFill>
            <a:srgbClr val="FDE8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3" name="Google Shape;1563;p82"/>
          <p:cNvSpPr/>
          <p:nvPr/>
        </p:nvSpPr>
        <p:spPr>
          <a:xfrm>
            <a:off x="4161288" y="4673925"/>
            <a:ext cx="822275" cy="15025"/>
          </a:xfrm>
          <a:custGeom>
            <a:avLst/>
            <a:gdLst/>
            <a:ahLst/>
            <a:cxnLst/>
            <a:rect l="l" t="t" r="r" b="b"/>
            <a:pathLst>
              <a:path w="32891" h="601" extrusionOk="0">
                <a:moveTo>
                  <a:pt x="0" y="0"/>
                </a:moveTo>
                <a:lnTo>
                  <a:pt x="0" y="601"/>
                </a:lnTo>
                <a:lnTo>
                  <a:pt x="32890" y="601"/>
                </a:lnTo>
                <a:lnTo>
                  <a:pt x="32890" y="0"/>
                </a:lnTo>
                <a:close/>
              </a:path>
            </a:pathLst>
          </a:custGeom>
          <a:solidFill>
            <a:srgbClr val="E0D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4" name="Google Shape;1564;p82"/>
          <p:cNvSpPr/>
          <p:nvPr/>
        </p:nvSpPr>
        <p:spPr>
          <a:xfrm>
            <a:off x="4234663" y="4189400"/>
            <a:ext cx="65075" cy="371975"/>
          </a:xfrm>
          <a:custGeom>
            <a:avLst/>
            <a:gdLst/>
            <a:ahLst/>
            <a:cxnLst/>
            <a:rect l="l" t="t" r="r" b="b"/>
            <a:pathLst>
              <a:path w="2603" h="14879" extrusionOk="0">
                <a:moveTo>
                  <a:pt x="0" y="1"/>
                </a:moveTo>
                <a:lnTo>
                  <a:pt x="0" y="14878"/>
                </a:lnTo>
                <a:lnTo>
                  <a:pt x="2602" y="14878"/>
                </a:lnTo>
                <a:lnTo>
                  <a:pt x="2602" y="1"/>
                </a:lnTo>
                <a:close/>
              </a:path>
            </a:pathLst>
          </a:custGeom>
          <a:solidFill>
            <a:srgbClr val="FDE8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5" name="Google Shape;1565;p82"/>
          <p:cNvSpPr/>
          <p:nvPr/>
        </p:nvSpPr>
        <p:spPr>
          <a:xfrm>
            <a:off x="4274688" y="4189400"/>
            <a:ext cx="25050" cy="371975"/>
          </a:xfrm>
          <a:custGeom>
            <a:avLst/>
            <a:gdLst/>
            <a:ahLst/>
            <a:cxnLst/>
            <a:rect l="l" t="t" r="r" b="b"/>
            <a:pathLst>
              <a:path w="1002" h="14879" extrusionOk="0">
                <a:moveTo>
                  <a:pt x="1" y="1"/>
                </a:moveTo>
                <a:lnTo>
                  <a:pt x="1" y="14878"/>
                </a:lnTo>
                <a:lnTo>
                  <a:pt x="1001" y="14878"/>
                </a:lnTo>
                <a:lnTo>
                  <a:pt x="1001" y="1"/>
                </a:lnTo>
                <a:close/>
              </a:path>
            </a:pathLst>
          </a:custGeom>
          <a:solidFill>
            <a:srgbClr val="EAE5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6" name="Google Shape;1566;p82"/>
          <p:cNvSpPr/>
          <p:nvPr/>
        </p:nvSpPr>
        <p:spPr>
          <a:xfrm>
            <a:off x="4215488" y="4543825"/>
            <a:ext cx="103425" cy="35875"/>
          </a:xfrm>
          <a:custGeom>
            <a:avLst/>
            <a:gdLst/>
            <a:ahLst/>
            <a:cxnLst/>
            <a:rect l="l" t="t" r="r" b="b"/>
            <a:pathLst>
              <a:path w="4137" h="1435" extrusionOk="0">
                <a:moveTo>
                  <a:pt x="767" y="1"/>
                </a:moveTo>
                <a:cubicBezTo>
                  <a:pt x="334" y="1"/>
                  <a:pt x="0" y="334"/>
                  <a:pt x="0" y="768"/>
                </a:cubicBezTo>
                <a:lnTo>
                  <a:pt x="0" y="1435"/>
                </a:lnTo>
                <a:lnTo>
                  <a:pt x="4137" y="1435"/>
                </a:lnTo>
                <a:lnTo>
                  <a:pt x="4137" y="768"/>
                </a:lnTo>
                <a:cubicBezTo>
                  <a:pt x="4137" y="334"/>
                  <a:pt x="3803" y="1"/>
                  <a:pt x="3369" y="1"/>
                </a:cubicBezTo>
                <a:close/>
              </a:path>
            </a:pathLst>
          </a:custGeom>
          <a:solidFill>
            <a:srgbClr val="C660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7" name="Google Shape;1567;p82"/>
          <p:cNvSpPr/>
          <p:nvPr/>
        </p:nvSpPr>
        <p:spPr>
          <a:xfrm>
            <a:off x="4215488" y="4169400"/>
            <a:ext cx="103425" cy="35875"/>
          </a:xfrm>
          <a:custGeom>
            <a:avLst/>
            <a:gdLst/>
            <a:ahLst/>
            <a:cxnLst/>
            <a:rect l="l" t="t" r="r" b="b"/>
            <a:pathLst>
              <a:path w="4137" h="1435" extrusionOk="0">
                <a:moveTo>
                  <a:pt x="0" y="0"/>
                </a:moveTo>
                <a:lnTo>
                  <a:pt x="0" y="634"/>
                </a:lnTo>
                <a:cubicBezTo>
                  <a:pt x="0" y="1068"/>
                  <a:pt x="334" y="1434"/>
                  <a:pt x="767" y="1434"/>
                </a:cubicBezTo>
                <a:lnTo>
                  <a:pt x="3369" y="1434"/>
                </a:lnTo>
                <a:cubicBezTo>
                  <a:pt x="3803" y="1434"/>
                  <a:pt x="4137" y="1068"/>
                  <a:pt x="4137" y="634"/>
                </a:cubicBezTo>
                <a:lnTo>
                  <a:pt x="4137" y="0"/>
                </a:lnTo>
                <a:close/>
              </a:path>
            </a:pathLst>
          </a:custGeom>
          <a:solidFill>
            <a:srgbClr val="C660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8" name="Google Shape;1568;p82"/>
          <p:cNvSpPr/>
          <p:nvPr/>
        </p:nvSpPr>
        <p:spPr>
          <a:xfrm>
            <a:off x="4845088" y="4189400"/>
            <a:ext cx="65075" cy="371975"/>
          </a:xfrm>
          <a:custGeom>
            <a:avLst/>
            <a:gdLst/>
            <a:ahLst/>
            <a:cxnLst/>
            <a:rect l="l" t="t" r="r" b="b"/>
            <a:pathLst>
              <a:path w="2603" h="14879" extrusionOk="0">
                <a:moveTo>
                  <a:pt x="1" y="1"/>
                </a:moveTo>
                <a:lnTo>
                  <a:pt x="1" y="14878"/>
                </a:lnTo>
                <a:lnTo>
                  <a:pt x="2603" y="14878"/>
                </a:lnTo>
                <a:lnTo>
                  <a:pt x="2603" y="1"/>
                </a:lnTo>
                <a:close/>
              </a:path>
            </a:pathLst>
          </a:custGeom>
          <a:solidFill>
            <a:srgbClr val="FDE8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9" name="Google Shape;1569;p82"/>
          <p:cNvSpPr/>
          <p:nvPr/>
        </p:nvSpPr>
        <p:spPr>
          <a:xfrm>
            <a:off x="4885138" y="4189400"/>
            <a:ext cx="25025" cy="371975"/>
          </a:xfrm>
          <a:custGeom>
            <a:avLst/>
            <a:gdLst/>
            <a:ahLst/>
            <a:cxnLst/>
            <a:rect l="l" t="t" r="r" b="b"/>
            <a:pathLst>
              <a:path w="1001" h="14879" extrusionOk="0">
                <a:moveTo>
                  <a:pt x="0" y="1"/>
                </a:moveTo>
                <a:lnTo>
                  <a:pt x="0" y="14878"/>
                </a:lnTo>
                <a:lnTo>
                  <a:pt x="1001" y="14878"/>
                </a:lnTo>
                <a:lnTo>
                  <a:pt x="1001" y="1"/>
                </a:lnTo>
                <a:close/>
              </a:path>
            </a:pathLst>
          </a:custGeom>
          <a:solidFill>
            <a:srgbClr val="EAE5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0" name="Google Shape;1570;p82"/>
          <p:cNvSpPr/>
          <p:nvPr/>
        </p:nvSpPr>
        <p:spPr>
          <a:xfrm>
            <a:off x="4825913" y="4543000"/>
            <a:ext cx="103425" cy="35875"/>
          </a:xfrm>
          <a:custGeom>
            <a:avLst/>
            <a:gdLst/>
            <a:ahLst/>
            <a:cxnLst/>
            <a:rect l="l" t="t" r="r" b="b"/>
            <a:pathLst>
              <a:path w="4137" h="1435" extrusionOk="0">
                <a:moveTo>
                  <a:pt x="768" y="0"/>
                </a:moveTo>
                <a:cubicBezTo>
                  <a:pt x="334" y="0"/>
                  <a:pt x="1" y="334"/>
                  <a:pt x="1" y="767"/>
                </a:cubicBezTo>
                <a:lnTo>
                  <a:pt x="1" y="1435"/>
                </a:lnTo>
                <a:lnTo>
                  <a:pt x="4137" y="1435"/>
                </a:lnTo>
                <a:lnTo>
                  <a:pt x="4137" y="767"/>
                </a:lnTo>
                <a:cubicBezTo>
                  <a:pt x="4137" y="334"/>
                  <a:pt x="3803" y="0"/>
                  <a:pt x="3370" y="0"/>
                </a:cubicBezTo>
                <a:close/>
              </a:path>
            </a:pathLst>
          </a:custGeom>
          <a:solidFill>
            <a:srgbClr val="C660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1" name="Google Shape;1571;p82"/>
          <p:cNvSpPr/>
          <p:nvPr/>
        </p:nvSpPr>
        <p:spPr>
          <a:xfrm>
            <a:off x="4825913" y="4169400"/>
            <a:ext cx="103425" cy="35875"/>
          </a:xfrm>
          <a:custGeom>
            <a:avLst/>
            <a:gdLst/>
            <a:ahLst/>
            <a:cxnLst/>
            <a:rect l="l" t="t" r="r" b="b"/>
            <a:pathLst>
              <a:path w="4137" h="1435" extrusionOk="0">
                <a:moveTo>
                  <a:pt x="1" y="0"/>
                </a:moveTo>
                <a:lnTo>
                  <a:pt x="1" y="634"/>
                </a:lnTo>
                <a:cubicBezTo>
                  <a:pt x="1" y="1068"/>
                  <a:pt x="334" y="1434"/>
                  <a:pt x="768" y="1434"/>
                </a:cubicBezTo>
                <a:lnTo>
                  <a:pt x="3370" y="1434"/>
                </a:lnTo>
                <a:cubicBezTo>
                  <a:pt x="3803" y="1434"/>
                  <a:pt x="4137" y="1068"/>
                  <a:pt x="4137" y="634"/>
                </a:cubicBezTo>
                <a:lnTo>
                  <a:pt x="4137" y="0"/>
                </a:lnTo>
                <a:close/>
              </a:path>
            </a:pathLst>
          </a:custGeom>
          <a:solidFill>
            <a:srgbClr val="C660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2" name="Google Shape;1572;p82"/>
          <p:cNvSpPr/>
          <p:nvPr/>
        </p:nvSpPr>
        <p:spPr>
          <a:xfrm>
            <a:off x="4204638" y="3730750"/>
            <a:ext cx="735550" cy="43375"/>
          </a:xfrm>
          <a:custGeom>
            <a:avLst/>
            <a:gdLst/>
            <a:ahLst/>
            <a:cxnLst/>
            <a:rect l="l" t="t" r="r" b="b"/>
            <a:pathLst>
              <a:path w="29422" h="1735" extrusionOk="0">
                <a:moveTo>
                  <a:pt x="1" y="0"/>
                </a:moveTo>
                <a:lnTo>
                  <a:pt x="1" y="1735"/>
                </a:lnTo>
                <a:lnTo>
                  <a:pt x="29422" y="1735"/>
                </a:lnTo>
                <a:lnTo>
                  <a:pt x="29422" y="100"/>
                </a:lnTo>
                <a:cubicBezTo>
                  <a:pt x="28021" y="100"/>
                  <a:pt x="26653" y="67"/>
                  <a:pt x="25252" y="67"/>
                </a:cubicBezTo>
                <a:lnTo>
                  <a:pt x="16713" y="67"/>
                </a:lnTo>
                <a:cubicBezTo>
                  <a:pt x="15819" y="62"/>
                  <a:pt x="14926" y="60"/>
                  <a:pt x="14033" y="60"/>
                </a:cubicBezTo>
                <a:cubicBezTo>
                  <a:pt x="11768" y="60"/>
                  <a:pt x="9503" y="72"/>
                  <a:pt x="7238" y="72"/>
                </a:cubicBezTo>
                <a:cubicBezTo>
                  <a:pt x="4826" y="72"/>
                  <a:pt x="2413" y="58"/>
                  <a:pt x="1" y="0"/>
                </a:cubicBezTo>
                <a:close/>
              </a:path>
            </a:pathLst>
          </a:custGeom>
          <a:solidFill>
            <a:srgbClr val="E0D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p82"/>
          <p:cNvSpPr/>
          <p:nvPr/>
        </p:nvSpPr>
        <p:spPr>
          <a:xfrm>
            <a:off x="4171288" y="3710725"/>
            <a:ext cx="802250" cy="47575"/>
          </a:xfrm>
          <a:custGeom>
            <a:avLst/>
            <a:gdLst/>
            <a:ahLst/>
            <a:cxnLst/>
            <a:rect l="l" t="t" r="r" b="b"/>
            <a:pathLst>
              <a:path w="32090" h="1903" extrusionOk="0">
                <a:moveTo>
                  <a:pt x="934" y="1"/>
                </a:moveTo>
                <a:cubicBezTo>
                  <a:pt x="434" y="1"/>
                  <a:pt x="0" y="434"/>
                  <a:pt x="0" y="935"/>
                </a:cubicBezTo>
                <a:cubicBezTo>
                  <a:pt x="0" y="1468"/>
                  <a:pt x="434" y="1902"/>
                  <a:pt x="934" y="1902"/>
                </a:cubicBezTo>
                <a:lnTo>
                  <a:pt x="31156" y="1902"/>
                </a:lnTo>
                <a:cubicBezTo>
                  <a:pt x="31656" y="1902"/>
                  <a:pt x="32090" y="1468"/>
                  <a:pt x="32090" y="935"/>
                </a:cubicBezTo>
                <a:cubicBezTo>
                  <a:pt x="32090" y="434"/>
                  <a:pt x="31656" y="1"/>
                  <a:pt x="31156" y="1"/>
                </a:cubicBezTo>
                <a:close/>
              </a:path>
            </a:pathLst>
          </a:custGeom>
          <a:solidFill>
            <a:srgbClr val="FDE8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4" name="Google Shape;1574;p82"/>
          <p:cNvSpPr/>
          <p:nvPr/>
        </p:nvSpPr>
        <p:spPr>
          <a:xfrm>
            <a:off x="4265513" y="3825800"/>
            <a:ext cx="117625" cy="168500"/>
          </a:xfrm>
          <a:custGeom>
            <a:avLst/>
            <a:gdLst/>
            <a:ahLst/>
            <a:cxnLst/>
            <a:rect l="l" t="t" r="r" b="b"/>
            <a:pathLst>
              <a:path w="4705" h="6740" extrusionOk="0">
                <a:moveTo>
                  <a:pt x="1" y="1"/>
                </a:moveTo>
                <a:lnTo>
                  <a:pt x="1" y="6739"/>
                </a:lnTo>
                <a:lnTo>
                  <a:pt x="4704" y="6739"/>
                </a:lnTo>
                <a:lnTo>
                  <a:pt x="4704" y="1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5" name="Google Shape;1575;p82"/>
          <p:cNvSpPr/>
          <p:nvPr/>
        </p:nvSpPr>
        <p:spPr>
          <a:xfrm>
            <a:off x="4255513" y="3815800"/>
            <a:ext cx="138450" cy="188500"/>
          </a:xfrm>
          <a:custGeom>
            <a:avLst/>
            <a:gdLst/>
            <a:ahLst/>
            <a:cxnLst/>
            <a:rect l="l" t="t" r="r" b="b"/>
            <a:pathLst>
              <a:path w="5538" h="7540" extrusionOk="0">
                <a:moveTo>
                  <a:pt x="301" y="1"/>
                </a:moveTo>
                <a:cubicBezTo>
                  <a:pt x="134" y="1"/>
                  <a:pt x="0" y="134"/>
                  <a:pt x="0" y="334"/>
                </a:cubicBezTo>
                <a:lnTo>
                  <a:pt x="0" y="7206"/>
                </a:lnTo>
                <a:cubicBezTo>
                  <a:pt x="0" y="7373"/>
                  <a:pt x="134" y="7539"/>
                  <a:pt x="301" y="7539"/>
                </a:cubicBezTo>
                <a:lnTo>
                  <a:pt x="5204" y="7539"/>
                </a:lnTo>
                <a:cubicBezTo>
                  <a:pt x="5371" y="7539"/>
                  <a:pt x="5538" y="7373"/>
                  <a:pt x="5538" y="7206"/>
                </a:cubicBezTo>
                <a:lnTo>
                  <a:pt x="5538" y="334"/>
                </a:lnTo>
                <a:cubicBezTo>
                  <a:pt x="5538" y="167"/>
                  <a:pt x="5371" y="1"/>
                  <a:pt x="5204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6" name="Google Shape;1576;p82"/>
          <p:cNvSpPr/>
          <p:nvPr/>
        </p:nvSpPr>
        <p:spPr>
          <a:xfrm>
            <a:off x="4265513" y="3825800"/>
            <a:ext cx="117625" cy="168500"/>
          </a:xfrm>
          <a:custGeom>
            <a:avLst/>
            <a:gdLst/>
            <a:ahLst/>
            <a:cxnLst/>
            <a:rect l="l" t="t" r="r" b="b"/>
            <a:pathLst>
              <a:path w="4705" h="6740" extrusionOk="0">
                <a:moveTo>
                  <a:pt x="1" y="1"/>
                </a:moveTo>
                <a:lnTo>
                  <a:pt x="1" y="6739"/>
                </a:lnTo>
                <a:lnTo>
                  <a:pt x="4704" y="6739"/>
                </a:lnTo>
                <a:lnTo>
                  <a:pt x="4704" y="1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7" name="Google Shape;1577;p82"/>
          <p:cNvSpPr/>
          <p:nvPr/>
        </p:nvSpPr>
        <p:spPr>
          <a:xfrm>
            <a:off x="4318888" y="3823300"/>
            <a:ext cx="9200" cy="173500"/>
          </a:xfrm>
          <a:custGeom>
            <a:avLst/>
            <a:gdLst/>
            <a:ahLst/>
            <a:cxnLst/>
            <a:rect l="l" t="t" r="r" b="b"/>
            <a:pathLst>
              <a:path w="368" h="6940" extrusionOk="0">
                <a:moveTo>
                  <a:pt x="1" y="1"/>
                </a:moveTo>
                <a:lnTo>
                  <a:pt x="1" y="6939"/>
                </a:lnTo>
                <a:lnTo>
                  <a:pt x="367" y="6939"/>
                </a:lnTo>
                <a:lnTo>
                  <a:pt x="367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8" name="Google Shape;1578;p82"/>
          <p:cNvSpPr/>
          <p:nvPr/>
        </p:nvSpPr>
        <p:spPr>
          <a:xfrm>
            <a:off x="4265513" y="3825800"/>
            <a:ext cx="117625" cy="8375"/>
          </a:xfrm>
          <a:custGeom>
            <a:avLst/>
            <a:gdLst/>
            <a:ahLst/>
            <a:cxnLst/>
            <a:rect l="l" t="t" r="r" b="b"/>
            <a:pathLst>
              <a:path w="4705" h="335" extrusionOk="0">
                <a:moveTo>
                  <a:pt x="1" y="1"/>
                </a:moveTo>
                <a:lnTo>
                  <a:pt x="1" y="335"/>
                </a:lnTo>
                <a:lnTo>
                  <a:pt x="4704" y="335"/>
                </a:lnTo>
                <a:lnTo>
                  <a:pt x="4704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9" name="Google Shape;1579;p82"/>
          <p:cNvSpPr/>
          <p:nvPr/>
        </p:nvSpPr>
        <p:spPr>
          <a:xfrm>
            <a:off x="4265513" y="3913375"/>
            <a:ext cx="117625" cy="9200"/>
          </a:xfrm>
          <a:custGeom>
            <a:avLst/>
            <a:gdLst/>
            <a:ahLst/>
            <a:cxnLst/>
            <a:rect l="l" t="t" r="r" b="b"/>
            <a:pathLst>
              <a:path w="4705" h="368" extrusionOk="0">
                <a:moveTo>
                  <a:pt x="1" y="0"/>
                </a:moveTo>
                <a:lnTo>
                  <a:pt x="1" y="367"/>
                </a:lnTo>
                <a:lnTo>
                  <a:pt x="4704" y="367"/>
                </a:lnTo>
                <a:lnTo>
                  <a:pt x="4704" y="0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0" name="Google Shape;1580;p82"/>
          <p:cNvSpPr/>
          <p:nvPr/>
        </p:nvSpPr>
        <p:spPr>
          <a:xfrm>
            <a:off x="4259688" y="3905025"/>
            <a:ext cx="127600" cy="9200"/>
          </a:xfrm>
          <a:custGeom>
            <a:avLst/>
            <a:gdLst/>
            <a:ahLst/>
            <a:cxnLst/>
            <a:rect l="l" t="t" r="r" b="b"/>
            <a:pathLst>
              <a:path w="5104" h="368" extrusionOk="0">
                <a:moveTo>
                  <a:pt x="0" y="1"/>
                </a:moveTo>
                <a:lnTo>
                  <a:pt x="0" y="368"/>
                </a:lnTo>
                <a:lnTo>
                  <a:pt x="5104" y="368"/>
                </a:lnTo>
                <a:lnTo>
                  <a:pt x="5104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1" name="Google Shape;1581;p82"/>
          <p:cNvSpPr/>
          <p:nvPr/>
        </p:nvSpPr>
        <p:spPr>
          <a:xfrm>
            <a:off x="4431463" y="3825800"/>
            <a:ext cx="116775" cy="168500"/>
          </a:xfrm>
          <a:custGeom>
            <a:avLst/>
            <a:gdLst/>
            <a:ahLst/>
            <a:cxnLst/>
            <a:rect l="l" t="t" r="r" b="b"/>
            <a:pathLst>
              <a:path w="4671" h="6740" extrusionOk="0">
                <a:moveTo>
                  <a:pt x="1" y="1"/>
                </a:moveTo>
                <a:lnTo>
                  <a:pt x="1" y="6739"/>
                </a:lnTo>
                <a:lnTo>
                  <a:pt x="4671" y="6739"/>
                </a:lnTo>
                <a:lnTo>
                  <a:pt x="4671" y="1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2" name="Google Shape;1582;p82"/>
          <p:cNvSpPr/>
          <p:nvPr/>
        </p:nvSpPr>
        <p:spPr>
          <a:xfrm>
            <a:off x="4420638" y="3815800"/>
            <a:ext cx="138450" cy="188500"/>
          </a:xfrm>
          <a:custGeom>
            <a:avLst/>
            <a:gdLst/>
            <a:ahLst/>
            <a:cxnLst/>
            <a:rect l="l" t="t" r="r" b="b"/>
            <a:pathLst>
              <a:path w="5538" h="7540" extrusionOk="0">
                <a:moveTo>
                  <a:pt x="334" y="1"/>
                </a:moveTo>
                <a:cubicBezTo>
                  <a:pt x="134" y="1"/>
                  <a:pt x="0" y="134"/>
                  <a:pt x="0" y="334"/>
                </a:cubicBezTo>
                <a:lnTo>
                  <a:pt x="0" y="7206"/>
                </a:lnTo>
                <a:cubicBezTo>
                  <a:pt x="0" y="7373"/>
                  <a:pt x="134" y="7539"/>
                  <a:pt x="334" y="7539"/>
                </a:cubicBezTo>
                <a:lnTo>
                  <a:pt x="5204" y="7539"/>
                </a:lnTo>
                <a:cubicBezTo>
                  <a:pt x="5404" y="7539"/>
                  <a:pt x="5537" y="7373"/>
                  <a:pt x="5537" y="7206"/>
                </a:cubicBezTo>
                <a:lnTo>
                  <a:pt x="5537" y="334"/>
                </a:lnTo>
                <a:cubicBezTo>
                  <a:pt x="5537" y="167"/>
                  <a:pt x="5404" y="1"/>
                  <a:pt x="5204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3" name="Google Shape;1583;p82"/>
          <p:cNvSpPr/>
          <p:nvPr/>
        </p:nvSpPr>
        <p:spPr>
          <a:xfrm>
            <a:off x="4431463" y="3825800"/>
            <a:ext cx="116775" cy="168500"/>
          </a:xfrm>
          <a:custGeom>
            <a:avLst/>
            <a:gdLst/>
            <a:ahLst/>
            <a:cxnLst/>
            <a:rect l="l" t="t" r="r" b="b"/>
            <a:pathLst>
              <a:path w="4671" h="6740" extrusionOk="0">
                <a:moveTo>
                  <a:pt x="1" y="1"/>
                </a:moveTo>
                <a:lnTo>
                  <a:pt x="1" y="6739"/>
                </a:lnTo>
                <a:lnTo>
                  <a:pt x="4671" y="6739"/>
                </a:lnTo>
                <a:lnTo>
                  <a:pt x="4671" y="1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4" name="Google Shape;1584;p82"/>
          <p:cNvSpPr/>
          <p:nvPr/>
        </p:nvSpPr>
        <p:spPr>
          <a:xfrm>
            <a:off x="4484013" y="3823300"/>
            <a:ext cx="9200" cy="173500"/>
          </a:xfrm>
          <a:custGeom>
            <a:avLst/>
            <a:gdLst/>
            <a:ahLst/>
            <a:cxnLst/>
            <a:rect l="l" t="t" r="r" b="b"/>
            <a:pathLst>
              <a:path w="368" h="6940" extrusionOk="0">
                <a:moveTo>
                  <a:pt x="0" y="1"/>
                </a:moveTo>
                <a:lnTo>
                  <a:pt x="0" y="6939"/>
                </a:lnTo>
                <a:lnTo>
                  <a:pt x="367" y="6939"/>
                </a:lnTo>
                <a:lnTo>
                  <a:pt x="367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5" name="Google Shape;1585;p82"/>
          <p:cNvSpPr/>
          <p:nvPr/>
        </p:nvSpPr>
        <p:spPr>
          <a:xfrm>
            <a:off x="4431463" y="3825800"/>
            <a:ext cx="116775" cy="8375"/>
          </a:xfrm>
          <a:custGeom>
            <a:avLst/>
            <a:gdLst/>
            <a:ahLst/>
            <a:cxnLst/>
            <a:rect l="l" t="t" r="r" b="b"/>
            <a:pathLst>
              <a:path w="4671" h="335" extrusionOk="0">
                <a:moveTo>
                  <a:pt x="1" y="1"/>
                </a:moveTo>
                <a:lnTo>
                  <a:pt x="1" y="335"/>
                </a:lnTo>
                <a:lnTo>
                  <a:pt x="4671" y="335"/>
                </a:lnTo>
                <a:lnTo>
                  <a:pt x="4671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82"/>
          <p:cNvSpPr/>
          <p:nvPr/>
        </p:nvSpPr>
        <p:spPr>
          <a:xfrm>
            <a:off x="4431463" y="3913375"/>
            <a:ext cx="116775" cy="9200"/>
          </a:xfrm>
          <a:custGeom>
            <a:avLst/>
            <a:gdLst/>
            <a:ahLst/>
            <a:cxnLst/>
            <a:rect l="l" t="t" r="r" b="b"/>
            <a:pathLst>
              <a:path w="4671" h="368" extrusionOk="0">
                <a:moveTo>
                  <a:pt x="1" y="0"/>
                </a:moveTo>
                <a:lnTo>
                  <a:pt x="1" y="367"/>
                </a:lnTo>
                <a:lnTo>
                  <a:pt x="4671" y="367"/>
                </a:lnTo>
                <a:lnTo>
                  <a:pt x="4671" y="0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7" name="Google Shape;1587;p82"/>
          <p:cNvSpPr/>
          <p:nvPr/>
        </p:nvSpPr>
        <p:spPr>
          <a:xfrm>
            <a:off x="4424788" y="3905025"/>
            <a:ext cx="127625" cy="9200"/>
          </a:xfrm>
          <a:custGeom>
            <a:avLst/>
            <a:gdLst/>
            <a:ahLst/>
            <a:cxnLst/>
            <a:rect l="l" t="t" r="r" b="b"/>
            <a:pathLst>
              <a:path w="5105" h="368" extrusionOk="0">
                <a:moveTo>
                  <a:pt x="1" y="1"/>
                </a:moveTo>
                <a:lnTo>
                  <a:pt x="1" y="368"/>
                </a:lnTo>
                <a:lnTo>
                  <a:pt x="5105" y="368"/>
                </a:lnTo>
                <a:lnTo>
                  <a:pt x="5105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8" name="Google Shape;1588;p82"/>
          <p:cNvSpPr/>
          <p:nvPr/>
        </p:nvSpPr>
        <p:spPr>
          <a:xfrm>
            <a:off x="4596588" y="3825800"/>
            <a:ext cx="116775" cy="168500"/>
          </a:xfrm>
          <a:custGeom>
            <a:avLst/>
            <a:gdLst/>
            <a:ahLst/>
            <a:cxnLst/>
            <a:rect l="l" t="t" r="r" b="b"/>
            <a:pathLst>
              <a:path w="4671" h="6740" extrusionOk="0">
                <a:moveTo>
                  <a:pt x="0" y="1"/>
                </a:moveTo>
                <a:lnTo>
                  <a:pt x="0" y="6739"/>
                </a:lnTo>
                <a:lnTo>
                  <a:pt x="4670" y="6739"/>
                </a:lnTo>
                <a:lnTo>
                  <a:pt x="4670" y="1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9" name="Google Shape;1589;p82"/>
          <p:cNvSpPr/>
          <p:nvPr/>
        </p:nvSpPr>
        <p:spPr>
          <a:xfrm>
            <a:off x="4585738" y="3815800"/>
            <a:ext cx="138475" cy="188500"/>
          </a:xfrm>
          <a:custGeom>
            <a:avLst/>
            <a:gdLst/>
            <a:ahLst/>
            <a:cxnLst/>
            <a:rect l="l" t="t" r="r" b="b"/>
            <a:pathLst>
              <a:path w="5539" h="7540" extrusionOk="0">
                <a:moveTo>
                  <a:pt x="334" y="1"/>
                </a:moveTo>
                <a:cubicBezTo>
                  <a:pt x="168" y="1"/>
                  <a:pt x="1" y="134"/>
                  <a:pt x="1" y="334"/>
                </a:cubicBezTo>
                <a:lnTo>
                  <a:pt x="1" y="7206"/>
                </a:lnTo>
                <a:cubicBezTo>
                  <a:pt x="1" y="7373"/>
                  <a:pt x="168" y="7539"/>
                  <a:pt x="334" y="7539"/>
                </a:cubicBezTo>
                <a:lnTo>
                  <a:pt x="5205" y="7539"/>
                </a:lnTo>
                <a:cubicBezTo>
                  <a:pt x="5405" y="7539"/>
                  <a:pt x="5538" y="7373"/>
                  <a:pt x="5538" y="7206"/>
                </a:cubicBezTo>
                <a:lnTo>
                  <a:pt x="5538" y="334"/>
                </a:lnTo>
                <a:cubicBezTo>
                  <a:pt x="5538" y="167"/>
                  <a:pt x="5405" y="1"/>
                  <a:pt x="5205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0" name="Google Shape;1590;p82"/>
          <p:cNvSpPr/>
          <p:nvPr/>
        </p:nvSpPr>
        <p:spPr>
          <a:xfrm>
            <a:off x="4596588" y="3825800"/>
            <a:ext cx="116775" cy="168500"/>
          </a:xfrm>
          <a:custGeom>
            <a:avLst/>
            <a:gdLst/>
            <a:ahLst/>
            <a:cxnLst/>
            <a:rect l="l" t="t" r="r" b="b"/>
            <a:pathLst>
              <a:path w="4671" h="6740" extrusionOk="0">
                <a:moveTo>
                  <a:pt x="0" y="1"/>
                </a:moveTo>
                <a:lnTo>
                  <a:pt x="0" y="6739"/>
                </a:lnTo>
                <a:lnTo>
                  <a:pt x="4670" y="6739"/>
                </a:lnTo>
                <a:lnTo>
                  <a:pt x="4670" y="1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1" name="Google Shape;1591;p82"/>
          <p:cNvSpPr/>
          <p:nvPr/>
        </p:nvSpPr>
        <p:spPr>
          <a:xfrm>
            <a:off x="4649113" y="3823300"/>
            <a:ext cx="10050" cy="173500"/>
          </a:xfrm>
          <a:custGeom>
            <a:avLst/>
            <a:gdLst/>
            <a:ahLst/>
            <a:cxnLst/>
            <a:rect l="l" t="t" r="r" b="b"/>
            <a:pathLst>
              <a:path w="402" h="6940" extrusionOk="0">
                <a:moveTo>
                  <a:pt x="1" y="1"/>
                </a:moveTo>
                <a:lnTo>
                  <a:pt x="1" y="6939"/>
                </a:lnTo>
                <a:lnTo>
                  <a:pt x="401" y="6939"/>
                </a:lnTo>
                <a:lnTo>
                  <a:pt x="401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2" name="Google Shape;1592;p82"/>
          <p:cNvSpPr/>
          <p:nvPr/>
        </p:nvSpPr>
        <p:spPr>
          <a:xfrm>
            <a:off x="4596588" y="3825800"/>
            <a:ext cx="116775" cy="8375"/>
          </a:xfrm>
          <a:custGeom>
            <a:avLst/>
            <a:gdLst/>
            <a:ahLst/>
            <a:cxnLst/>
            <a:rect l="l" t="t" r="r" b="b"/>
            <a:pathLst>
              <a:path w="4671" h="335" extrusionOk="0">
                <a:moveTo>
                  <a:pt x="0" y="1"/>
                </a:moveTo>
                <a:lnTo>
                  <a:pt x="0" y="335"/>
                </a:lnTo>
                <a:lnTo>
                  <a:pt x="4670" y="335"/>
                </a:lnTo>
                <a:lnTo>
                  <a:pt x="4670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82"/>
          <p:cNvSpPr/>
          <p:nvPr/>
        </p:nvSpPr>
        <p:spPr>
          <a:xfrm>
            <a:off x="4596588" y="3913375"/>
            <a:ext cx="116775" cy="9200"/>
          </a:xfrm>
          <a:custGeom>
            <a:avLst/>
            <a:gdLst/>
            <a:ahLst/>
            <a:cxnLst/>
            <a:rect l="l" t="t" r="r" b="b"/>
            <a:pathLst>
              <a:path w="4671" h="368" extrusionOk="0">
                <a:moveTo>
                  <a:pt x="0" y="0"/>
                </a:moveTo>
                <a:lnTo>
                  <a:pt x="0" y="367"/>
                </a:lnTo>
                <a:lnTo>
                  <a:pt x="4670" y="367"/>
                </a:lnTo>
                <a:lnTo>
                  <a:pt x="4670" y="0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82"/>
          <p:cNvSpPr/>
          <p:nvPr/>
        </p:nvSpPr>
        <p:spPr>
          <a:xfrm>
            <a:off x="4590738" y="3905025"/>
            <a:ext cx="126800" cy="9200"/>
          </a:xfrm>
          <a:custGeom>
            <a:avLst/>
            <a:gdLst/>
            <a:ahLst/>
            <a:cxnLst/>
            <a:rect l="l" t="t" r="r" b="b"/>
            <a:pathLst>
              <a:path w="5072" h="368" extrusionOk="0">
                <a:moveTo>
                  <a:pt x="1" y="1"/>
                </a:moveTo>
                <a:lnTo>
                  <a:pt x="1" y="368"/>
                </a:lnTo>
                <a:lnTo>
                  <a:pt x="5071" y="368"/>
                </a:lnTo>
                <a:lnTo>
                  <a:pt x="5071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5" name="Google Shape;1595;p82"/>
          <p:cNvSpPr/>
          <p:nvPr/>
        </p:nvSpPr>
        <p:spPr>
          <a:xfrm>
            <a:off x="4761713" y="3825800"/>
            <a:ext cx="117600" cy="168500"/>
          </a:xfrm>
          <a:custGeom>
            <a:avLst/>
            <a:gdLst/>
            <a:ahLst/>
            <a:cxnLst/>
            <a:rect l="l" t="t" r="r" b="b"/>
            <a:pathLst>
              <a:path w="4704" h="6740" extrusionOk="0">
                <a:moveTo>
                  <a:pt x="0" y="1"/>
                </a:moveTo>
                <a:lnTo>
                  <a:pt x="0" y="6739"/>
                </a:lnTo>
                <a:lnTo>
                  <a:pt x="4704" y="6739"/>
                </a:lnTo>
                <a:lnTo>
                  <a:pt x="4704" y="1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6" name="Google Shape;1596;p82"/>
          <p:cNvSpPr/>
          <p:nvPr/>
        </p:nvSpPr>
        <p:spPr>
          <a:xfrm>
            <a:off x="4750863" y="3815800"/>
            <a:ext cx="139300" cy="188500"/>
          </a:xfrm>
          <a:custGeom>
            <a:avLst/>
            <a:gdLst/>
            <a:ahLst/>
            <a:cxnLst/>
            <a:rect l="l" t="t" r="r" b="b"/>
            <a:pathLst>
              <a:path w="5572" h="7540" extrusionOk="0">
                <a:moveTo>
                  <a:pt x="334" y="1"/>
                </a:moveTo>
                <a:cubicBezTo>
                  <a:pt x="167" y="1"/>
                  <a:pt x="1" y="134"/>
                  <a:pt x="1" y="334"/>
                </a:cubicBezTo>
                <a:lnTo>
                  <a:pt x="1" y="7206"/>
                </a:lnTo>
                <a:cubicBezTo>
                  <a:pt x="1" y="7373"/>
                  <a:pt x="167" y="7539"/>
                  <a:pt x="334" y="7539"/>
                </a:cubicBezTo>
                <a:lnTo>
                  <a:pt x="5238" y="7539"/>
                </a:lnTo>
                <a:cubicBezTo>
                  <a:pt x="5404" y="7539"/>
                  <a:pt x="5571" y="7373"/>
                  <a:pt x="5571" y="7206"/>
                </a:cubicBezTo>
                <a:lnTo>
                  <a:pt x="5571" y="334"/>
                </a:lnTo>
                <a:cubicBezTo>
                  <a:pt x="5571" y="167"/>
                  <a:pt x="5404" y="1"/>
                  <a:pt x="5238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7" name="Google Shape;1597;p82"/>
          <p:cNvSpPr/>
          <p:nvPr/>
        </p:nvSpPr>
        <p:spPr>
          <a:xfrm>
            <a:off x="4761713" y="3825800"/>
            <a:ext cx="117600" cy="168500"/>
          </a:xfrm>
          <a:custGeom>
            <a:avLst/>
            <a:gdLst/>
            <a:ahLst/>
            <a:cxnLst/>
            <a:rect l="l" t="t" r="r" b="b"/>
            <a:pathLst>
              <a:path w="4704" h="6740" extrusionOk="0">
                <a:moveTo>
                  <a:pt x="0" y="1"/>
                </a:moveTo>
                <a:lnTo>
                  <a:pt x="0" y="6739"/>
                </a:lnTo>
                <a:lnTo>
                  <a:pt x="4704" y="6739"/>
                </a:lnTo>
                <a:lnTo>
                  <a:pt x="4704" y="1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8" name="Google Shape;1598;p82"/>
          <p:cNvSpPr/>
          <p:nvPr/>
        </p:nvSpPr>
        <p:spPr>
          <a:xfrm>
            <a:off x="4815088" y="3823300"/>
            <a:ext cx="9175" cy="173500"/>
          </a:xfrm>
          <a:custGeom>
            <a:avLst/>
            <a:gdLst/>
            <a:ahLst/>
            <a:cxnLst/>
            <a:rect l="l" t="t" r="r" b="b"/>
            <a:pathLst>
              <a:path w="367" h="6940" extrusionOk="0">
                <a:moveTo>
                  <a:pt x="0" y="1"/>
                </a:moveTo>
                <a:lnTo>
                  <a:pt x="0" y="6939"/>
                </a:lnTo>
                <a:lnTo>
                  <a:pt x="367" y="6939"/>
                </a:lnTo>
                <a:lnTo>
                  <a:pt x="367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9" name="Google Shape;1599;p82"/>
          <p:cNvSpPr/>
          <p:nvPr/>
        </p:nvSpPr>
        <p:spPr>
          <a:xfrm>
            <a:off x="4761713" y="3825800"/>
            <a:ext cx="117600" cy="8375"/>
          </a:xfrm>
          <a:custGeom>
            <a:avLst/>
            <a:gdLst/>
            <a:ahLst/>
            <a:cxnLst/>
            <a:rect l="l" t="t" r="r" b="b"/>
            <a:pathLst>
              <a:path w="4704" h="335" extrusionOk="0">
                <a:moveTo>
                  <a:pt x="0" y="1"/>
                </a:moveTo>
                <a:lnTo>
                  <a:pt x="0" y="335"/>
                </a:lnTo>
                <a:lnTo>
                  <a:pt x="4704" y="335"/>
                </a:lnTo>
                <a:lnTo>
                  <a:pt x="4704" y="1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0" name="Google Shape;1600;p82"/>
          <p:cNvSpPr/>
          <p:nvPr/>
        </p:nvSpPr>
        <p:spPr>
          <a:xfrm>
            <a:off x="4761713" y="3913375"/>
            <a:ext cx="117600" cy="9200"/>
          </a:xfrm>
          <a:custGeom>
            <a:avLst/>
            <a:gdLst/>
            <a:ahLst/>
            <a:cxnLst/>
            <a:rect l="l" t="t" r="r" b="b"/>
            <a:pathLst>
              <a:path w="4704" h="368" extrusionOk="0">
                <a:moveTo>
                  <a:pt x="0" y="0"/>
                </a:moveTo>
                <a:lnTo>
                  <a:pt x="0" y="367"/>
                </a:lnTo>
                <a:lnTo>
                  <a:pt x="4704" y="367"/>
                </a:lnTo>
                <a:lnTo>
                  <a:pt x="4704" y="0"/>
                </a:lnTo>
                <a:close/>
              </a:path>
            </a:pathLst>
          </a:custGeom>
          <a:solidFill>
            <a:srgbClr val="D9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1" name="Google Shape;1601;p82"/>
          <p:cNvSpPr/>
          <p:nvPr/>
        </p:nvSpPr>
        <p:spPr>
          <a:xfrm>
            <a:off x="4755863" y="3905025"/>
            <a:ext cx="127625" cy="9200"/>
          </a:xfrm>
          <a:custGeom>
            <a:avLst/>
            <a:gdLst/>
            <a:ahLst/>
            <a:cxnLst/>
            <a:rect l="l" t="t" r="r" b="b"/>
            <a:pathLst>
              <a:path w="5105" h="368" extrusionOk="0">
                <a:moveTo>
                  <a:pt x="1" y="1"/>
                </a:moveTo>
                <a:lnTo>
                  <a:pt x="1" y="368"/>
                </a:lnTo>
                <a:lnTo>
                  <a:pt x="5104" y="368"/>
                </a:lnTo>
                <a:lnTo>
                  <a:pt x="5104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2" name="Google Shape;1602;p82"/>
          <p:cNvSpPr/>
          <p:nvPr/>
        </p:nvSpPr>
        <p:spPr>
          <a:xfrm>
            <a:off x="4313888" y="4246950"/>
            <a:ext cx="140125" cy="331925"/>
          </a:xfrm>
          <a:custGeom>
            <a:avLst/>
            <a:gdLst/>
            <a:ahLst/>
            <a:cxnLst/>
            <a:rect l="l" t="t" r="r" b="b"/>
            <a:pathLst>
              <a:path w="5605" h="13277" extrusionOk="0">
                <a:moveTo>
                  <a:pt x="801" y="0"/>
                </a:moveTo>
                <a:cubicBezTo>
                  <a:pt x="367" y="0"/>
                  <a:pt x="0" y="334"/>
                  <a:pt x="0" y="768"/>
                </a:cubicBezTo>
                <a:lnTo>
                  <a:pt x="34" y="13277"/>
                </a:lnTo>
                <a:lnTo>
                  <a:pt x="5604" y="13277"/>
                </a:lnTo>
                <a:lnTo>
                  <a:pt x="5571" y="768"/>
                </a:lnTo>
                <a:cubicBezTo>
                  <a:pt x="5571" y="334"/>
                  <a:pt x="5237" y="0"/>
                  <a:pt x="4804" y="0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3" name="Google Shape;1603;p82"/>
          <p:cNvSpPr/>
          <p:nvPr/>
        </p:nvSpPr>
        <p:spPr>
          <a:xfrm>
            <a:off x="4690813" y="4246950"/>
            <a:ext cx="140125" cy="331925"/>
          </a:xfrm>
          <a:custGeom>
            <a:avLst/>
            <a:gdLst/>
            <a:ahLst/>
            <a:cxnLst/>
            <a:rect l="l" t="t" r="r" b="b"/>
            <a:pathLst>
              <a:path w="5605" h="13277" extrusionOk="0">
                <a:moveTo>
                  <a:pt x="801" y="0"/>
                </a:moveTo>
                <a:cubicBezTo>
                  <a:pt x="368" y="0"/>
                  <a:pt x="34" y="334"/>
                  <a:pt x="34" y="768"/>
                </a:cubicBezTo>
                <a:lnTo>
                  <a:pt x="1" y="13277"/>
                </a:lnTo>
                <a:lnTo>
                  <a:pt x="5571" y="13277"/>
                </a:lnTo>
                <a:lnTo>
                  <a:pt x="5605" y="768"/>
                </a:lnTo>
                <a:cubicBezTo>
                  <a:pt x="5605" y="334"/>
                  <a:pt x="5238" y="0"/>
                  <a:pt x="4804" y="0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4" name="Google Shape;1604;p82"/>
          <p:cNvSpPr/>
          <p:nvPr/>
        </p:nvSpPr>
        <p:spPr>
          <a:xfrm>
            <a:off x="4327238" y="4260300"/>
            <a:ext cx="112600" cy="135950"/>
          </a:xfrm>
          <a:custGeom>
            <a:avLst/>
            <a:gdLst/>
            <a:ahLst/>
            <a:cxnLst/>
            <a:rect l="l" t="t" r="r" b="b"/>
            <a:pathLst>
              <a:path w="4504" h="5438" extrusionOk="0">
                <a:moveTo>
                  <a:pt x="267" y="0"/>
                </a:moveTo>
                <a:cubicBezTo>
                  <a:pt x="134" y="0"/>
                  <a:pt x="0" y="100"/>
                  <a:pt x="0" y="234"/>
                </a:cubicBezTo>
                <a:lnTo>
                  <a:pt x="33" y="5437"/>
                </a:lnTo>
                <a:lnTo>
                  <a:pt x="4503" y="5437"/>
                </a:lnTo>
                <a:lnTo>
                  <a:pt x="4503" y="234"/>
                </a:lnTo>
                <a:cubicBezTo>
                  <a:pt x="4503" y="100"/>
                  <a:pt x="4403" y="0"/>
                  <a:pt x="4270" y="0"/>
                </a:cubicBez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5" name="Google Shape;1605;p82"/>
          <p:cNvSpPr/>
          <p:nvPr/>
        </p:nvSpPr>
        <p:spPr>
          <a:xfrm>
            <a:off x="4704988" y="4260300"/>
            <a:ext cx="112625" cy="135950"/>
          </a:xfrm>
          <a:custGeom>
            <a:avLst/>
            <a:gdLst/>
            <a:ahLst/>
            <a:cxnLst/>
            <a:rect l="l" t="t" r="r" b="b"/>
            <a:pathLst>
              <a:path w="4505" h="543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lnTo>
                  <a:pt x="1" y="5437"/>
                </a:lnTo>
                <a:lnTo>
                  <a:pt x="4504" y="5437"/>
                </a:lnTo>
                <a:lnTo>
                  <a:pt x="4471" y="234"/>
                </a:lnTo>
                <a:cubicBezTo>
                  <a:pt x="4471" y="100"/>
                  <a:pt x="4371" y="0"/>
                  <a:pt x="4237" y="0"/>
                </a:cubicBez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6" name="Google Shape;1606;p82"/>
          <p:cNvSpPr/>
          <p:nvPr/>
        </p:nvSpPr>
        <p:spPr>
          <a:xfrm>
            <a:off x="5427188" y="4527975"/>
            <a:ext cx="34200" cy="34225"/>
          </a:xfrm>
          <a:custGeom>
            <a:avLst/>
            <a:gdLst/>
            <a:ahLst/>
            <a:cxnLst/>
            <a:rect l="l" t="t" r="r" b="b"/>
            <a:pathLst>
              <a:path w="1368" h="1369" extrusionOk="0">
                <a:moveTo>
                  <a:pt x="701" y="1"/>
                </a:moveTo>
                <a:cubicBezTo>
                  <a:pt x="300" y="1"/>
                  <a:pt x="0" y="301"/>
                  <a:pt x="0" y="701"/>
                </a:cubicBezTo>
                <a:cubicBezTo>
                  <a:pt x="0" y="1068"/>
                  <a:pt x="300" y="1368"/>
                  <a:pt x="701" y="1368"/>
                </a:cubicBezTo>
                <a:cubicBezTo>
                  <a:pt x="1068" y="1368"/>
                  <a:pt x="1368" y="1068"/>
                  <a:pt x="1368" y="701"/>
                </a:cubicBezTo>
                <a:cubicBezTo>
                  <a:pt x="1368" y="301"/>
                  <a:pt x="1068" y="1"/>
                  <a:pt x="701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82"/>
          <p:cNvSpPr/>
          <p:nvPr/>
        </p:nvSpPr>
        <p:spPr>
          <a:xfrm>
            <a:off x="5415513" y="4612200"/>
            <a:ext cx="64225" cy="125125"/>
          </a:xfrm>
          <a:custGeom>
            <a:avLst/>
            <a:gdLst/>
            <a:ahLst/>
            <a:cxnLst/>
            <a:rect l="l" t="t" r="r" b="b"/>
            <a:pathLst>
              <a:path w="2569" h="5005" extrusionOk="0">
                <a:moveTo>
                  <a:pt x="0" y="1"/>
                </a:moveTo>
                <a:lnTo>
                  <a:pt x="0" y="5004"/>
                </a:lnTo>
                <a:lnTo>
                  <a:pt x="1134" y="5004"/>
                </a:lnTo>
                <a:cubicBezTo>
                  <a:pt x="1935" y="5004"/>
                  <a:pt x="2569" y="4304"/>
                  <a:pt x="2535" y="3503"/>
                </a:cubicBezTo>
                <a:lnTo>
                  <a:pt x="2369" y="1302"/>
                </a:lnTo>
                <a:cubicBezTo>
                  <a:pt x="2335" y="568"/>
                  <a:pt x="1701" y="1"/>
                  <a:pt x="968" y="1"/>
                </a:cubicBezTo>
                <a:close/>
              </a:path>
            </a:pathLst>
          </a:custGeom>
          <a:solidFill>
            <a:srgbClr val="B32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82"/>
          <p:cNvSpPr/>
          <p:nvPr/>
        </p:nvSpPr>
        <p:spPr>
          <a:xfrm>
            <a:off x="5318763" y="4624500"/>
            <a:ext cx="95100" cy="97800"/>
          </a:xfrm>
          <a:custGeom>
            <a:avLst/>
            <a:gdLst/>
            <a:ahLst/>
            <a:cxnLst/>
            <a:rect l="l" t="t" r="r" b="b"/>
            <a:pathLst>
              <a:path w="3804" h="3912" extrusionOk="0">
                <a:moveTo>
                  <a:pt x="3485" y="1"/>
                </a:moveTo>
                <a:cubicBezTo>
                  <a:pt x="3341" y="1"/>
                  <a:pt x="3197" y="70"/>
                  <a:pt x="3170" y="209"/>
                </a:cubicBezTo>
                <a:cubicBezTo>
                  <a:pt x="3170" y="209"/>
                  <a:pt x="2869" y="1110"/>
                  <a:pt x="2136" y="1844"/>
                </a:cubicBezTo>
                <a:cubicBezTo>
                  <a:pt x="1435" y="2611"/>
                  <a:pt x="234" y="3312"/>
                  <a:pt x="201" y="3312"/>
                </a:cubicBezTo>
                <a:cubicBezTo>
                  <a:pt x="67" y="3412"/>
                  <a:pt x="1" y="3578"/>
                  <a:pt x="101" y="3745"/>
                </a:cubicBezTo>
                <a:cubicBezTo>
                  <a:pt x="168" y="3845"/>
                  <a:pt x="268" y="3912"/>
                  <a:pt x="368" y="3912"/>
                </a:cubicBezTo>
                <a:cubicBezTo>
                  <a:pt x="434" y="3912"/>
                  <a:pt x="468" y="3879"/>
                  <a:pt x="534" y="3879"/>
                </a:cubicBezTo>
                <a:cubicBezTo>
                  <a:pt x="568" y="3845"/>
                  <a:pt x="1835" y="3111"/>
                  <a:pt x="2603" y="2277"/>
                </a:cubicBezTo>
                <a:cubicBezTo>
                  <a:pt x="3403" y="1444"/>
                  <a:pt x="3737" y="443"/>
                  <a:pt x="3770" y="409"/>
                </a:cubicBezTo>
                <a:cubicBezTo>
                  <a:pt x="3803" y="243"/>
                  <a:pt x="3737" y="76"/>
                  <a:pt x="3570" y="9"/>
                </a:cubicBezTo>
                <a:cubicBezTo>
                  <a:pt x="3542" y="4"/>
                  <a:pt x="3513" y="1"/>
                  <a:pt x="3485" y="1"/>
                </a:cubicBez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9" name="Google Shape;1609;p82"/>
          <p:cNvSpPr/>
          <p:nvPr/>
        </p:nvSpPr>
        <p:spPr>
          <a:xfrm>
            <a:off x="5348788" y="4624500"/>
            <a:ext cx="65075" cy="78625"/>
          </a:xfrm>
          <a:custGeom>
            <a:avLst/>
            <a:gdLst/>
            <a:ahLst/>
            <a:cxnLst/>
            <a:rect l="l" t="t" r="r" b="b"/>
            <a:pathLst>
              <a:path w="2603" h="3145" extrusionOk="0">
                <a:moveTo>
                  <a:pt x="2284" y="1"/>
                </a:moveTo>
                <a:cubicBezTo>
                  <a:pt x="2140" y="1"/>
                  <a:pt x="1996" y="70"/>
                  <a:pt x="1969" y="209"/>
                </a:cubicBezTo>
                <a:cubicBezTo>
                  <a:pt x="1969" y="209"/>
                  <a:pt x="1668" y="1110"/>
                  <a:pt x="935" y="1844"/>
                </a:cubicBezTo>
                <a:cubicBezTo>
                  <a:pt x="668" y="2144"/>
                  <a:pt x="334" y="2411"/>
                  <a:pt x="1" y="2644"/>
                </a:cubicBezTo>
                <a:cubicBezTo>
                  <a:pt x="134" y="2778"/>
                  <a:pt x="234" y="2911"/>
                  <a:pt x="334" y="3045"/>
                </a:cubicBezTo>
                <a:cubicBezTo>
                  <a:pt x="334" y="3078"/>
                  <a:pt x="368" y="3111"/>
                  <a:pt x="368" y="3145"/>
                </a:cubicBezTo>
                <a:cubicBezTo>
                  <a:pt x="734" y="2911"/>
                  <a:pt x="1101" y="2611"/>
                  <a:pt x="1402" y="2277"/>
                </a:cubicBezTo>
                <a:cubicBezTo>
                  <a:pt x="2202" y="1444"/>
                  <a:pt x="2536" y="443"/>
                  <a:pt x="2569" y="409"/>
                </a:cubicBezTo>
                <a:cubicBezTo>
                  <a:pt x="2602" y="243"/>
                  <a:pt x="2536" y="76"/>
                  <a:pt x="2369" y="9"/>
                </a:cubicBezTo>
                <a:cubicBezTo>
                  <a:pt x="2341" y="4"/>
                  <a:pt x="2312" y="1"/>
                  <a:pt x="2284" y="1"/>
                </a:cubicBezTo>
                <a:close/>
              </a:path>
            </a:pathLst>
          </a:custGeom>
          <a:solidFill>
            <a:srgbClr val="2356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0" name="Google Shape;1610;p82"/>
          <p:cNvSpPr/>
          <p:nvPr/>
        </p:nvSpPr>
        <p:spPr>
          <a:xfrm>
            <a:off x="5388813" y="4730625"/>
            <a:ext cx="45900" cy="193500"/>
          </a:xfrm>
          <a:custGeom>
            <a:avLst/>
            <a:gdLst/>
            <a:ahLst/>
            <a:cxnLst/>
            <a:rect l="l" t="t" r="r" b="b"/>
            <a:pathLst>
              <a:path w="1836" h="7740" extrusionOk="0">
                <a:moveTo>
                  <a:pt x="1168" y="1"/>
                </a:moveTo>
                <a:cubicBezTo>
                  <a:pt x="1135" y="101"/>
                  <a:pt x="301" y="2402"/>
                  <a:pt x="134" y="4470"/>
                </a:cubicBezTo>
                <a:cubicBezTo>
                  <a:pt x="1" y="6505"/>
                  <a:pt x="1" y="7673"/>
                  <a:pt x="1" y="7739"/>
                </a:cubicBezTo>
                <a:lnTo>
                  <a:pt x="735" y="7739"/>
                </a:lnTo>
                <a:cubicBezTo>
                  <a:pt x="735" y="7706"/>
                  <a:pt x="735" y="6539"/>
                  <a:pt x="868" y="4537"/>
                </a:cubicBezTo>
                <a:cubicBezTo>
                  <a:pt x="1001" y="2569"/>
                  <a:pt x="1835" y="267"/>
                  <a:pt x="1835" y="234"/>
                </a:cubicBezTo>
                <a:lnTo>
                  <a:pt x="1168" y="1"/>
                </a:ln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1" name="Google Shape;1611;p82"/>
          <p:cNvSpPr/>
          <p:nvPr/>
        </p:nvSpPr>
        <p:spPr>
          <a:xfrm>
            <a:off x="5427188" y="4735625"/>
            <a:ext cx="84250" cy="159300"/>
          </a:xfrm>
          <a:custGeom>
            <a:avLst/>
            <a:gdLst/>
            <a:ahLst/>
            <a:cxnLst/>
            <a:rect l="l" t="t" r="r" b="b"/>
            <a:pathLst>
              <a:path w="3370" h="6372" extrusionOk="0">
                <a:moveTo>
                  <a:pt x="701" y="1"/>
                </a:moveTo>
                <a:lnTo>
                  <a:pt x="0" y="34"/>
                </a:lnTo>
                <a:cubicBezTo>
                  <a:pt x="0" y="67"/>
                  <a:pt x="167" y="2703"/>
                  <a:pt x="801" y="4004"/>
                </a:cubicBezTo>
                <a:cubicBezTo>
                  <a:pt x="1435" y="5271"/>
                  <a:pt x="2902" y="6339"/>
                  <a:pt x="2969" y="6372"/>
                </a:cubicBezTo>
                <a:lnTo>
                  <a:pt x="3369" y="5805"/>
                </a:lnTo>
                <a:cubicBezTo>
                  <a:pt x="3369" y="5771"/>
                  <a:pt x="2002" y="4771"/>
                  <a:pt x="1468" y="3670"/>
                </a:cubicBezTo>
                <a:cubicBezTo>
                  <a:pt x="901" y="2536"/>
                  <a:pt x="701" y="34"/>
                  <a:pt x="701" y="1"/>
                </a:cubicBez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2" name="Google Shape;1612;p82"/>
          <p:cNvSpPr/>
          <p:nvPr/>
        </p:nvSpPr>
        <p:spPr>
          <a:xfrm>
            <a:off x="5369638" y="4920750"/>
            <a:ext cx="39225" cy="15875"/>
          </a:xfrm>
          <a:custGeom>
            <a:avLst/>
            <a:gdLst/>
            <a:ahLst/>
            <a:cxnLst/>
            <a:rect l="l" t="t" r="r" b="b"/>
            <a:pathLst>
              <a:path w="1569" h="635" extrusionOk="0">
                <a:moveTo>
                  <a:pt x="1535" y="1"/>
                </a:moveTo>
                <a:lnTo>
                  <a:pt x="568" y="34"/>
                </a:lnTo>
                <a:cubicBezTo>
                  <a:pt x="267" y="68"/>
                  <a:pt x="1" y="335"/>
                  <a:pt x="34" y="635"/>
                </a:cubicBezTo>
                <a:lnTo>
                  <a:pt x="1201" y="568"/>
                </a:lnTo>
                <a:cubicBezTo>
                  <a:pt x="1402" y="568"/>
                  <a:pt x="1568" y="401"/>
                  <a:pt x="1568" y="201"/>
                </a:cubicBezTo>
                <a:lnTo>
                  <a:pt x="1535" y="1"/>
                </a:lnTo>
                <a:close/>
              </a:path>
            </a:pathLst>
          </a:custGeom>
          <a:solidFill>
            <a:srgbClr val="3535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3" name="Google Shape;1613;p82"/>
          <p:cNvSpPr/>
          <p:nvPr/>
        </p:nvSpPr>
        <p:spPr>
          <a:xfrm>
            <a:off x="5489713" y="4876575"/>
            <a:ext cx="27550" cy="40050"/>
          </a:xfrm>
          <a:custGeom>
            <a:avLst/>
            <a:gdLst/>
            <a:ahLst/>
            <a:cxnLst/>
            <a:rect l="l" t="t" r="r" b="b"/>
            <a:pathLst>
              <a:path w="1102" h="1602" extrusionOk="0">
                <a:moveTo>
                  <a:pt x="735" y="0"/>
                </a:moveTo>
                <a:lnTo>
                  <a:pt x="201" y="801"/>
                </a:lnTo>
                <a:cubicBezTo>
                  <a:pt x="1" y="1067"/>
                  <a:pt x="68" y="1434"/>
                  <a:pt x="335" y="1601"/>
                </a:cubicBezTo>
                <a:lnTo>
                  <a:pt x="1002" y="634"/>
                </a:lnTo>
                <a:cubicBezTo>
                  <a:pt x="1102" y="467"/>
                  <a:pt x="1068" y="234"/>
                  <a:pt x="902" y="100"/>
                </a:cubicBezTo>
                <a:lnTo>
                  <a:pt x="735" y="0"/>
                </a:lnTo>
                <a:close/>
              </a:path>
            </a:pathLst>
          </a:custGeom>
          <a:solidFill>
            <a:srgbClr val="3535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4" name="Google Shape;1614;p82"/>
          <p:cNvSpPr/>
          <p:nvPr/>
        </p:nvSpPr>
        <p:spPr>
          <a:xfrm>
            <a:off x="5373813" y="4714775"/>
            <a:ext cx="104250" cy="105950"/>
          </a:xfrm>
          <a:custGeom>
            <a:avLst/>
            <a:gdLst/>
            <a:ahLst/>
            <a:cxnLst/>
            <a:rect l="l" t="t" r="r" b="b"/>
            <a:pathLst>
              <a:path w="4170" h="4238" extrusionOk="0">
                <a:moveTo>
                  <a:pt x="734" y="1"/>
                </a:moveTo>
                <a:lnTo>
                  <a:pt x="0" y="4237"/>
                </a:lnTo>
                <a:lnTo>
                  <a:pt x="4170" y="4237"/>
                </a:lnTo>
                <a:lnTo>
                  <a:pt x="3436" y="1"/>
                </a:lnTo>
                <a:close/>
              </a:path>
            </a:pathLst>
          </a:custGeom>
          <a:solidFill>
            <a:srgbClr val="3535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5" name="Google Shape;1615;p82"/>
          <p:cNvSpPr/>
          <p:nvPr/>
        </p:nvSpPr>
        <p:spPr>
          <a:xfrm>
            <a:off x="5385488" y="4614800"/>
            <a:ext cx="80075" cy="103350"/>
          </a:xfrm>
          <a:custGeom>
            <a:avLst/>
            <a:gdLst/>
            <a:ahLst/>
            <a:cxnLst/>
            <a:rect l="l" t="t" r="r" b="b"/>
            <a:pathLst>
              <a:path w="3203" h="4134" extrusionOk="0">
                <a:moveTo>
                  <a:pt x="1656" y="1"/>
                </a:moveTo>
                <a:cubicBezTo>
                  <a:pt x="1385" y="1"/>
                  <a:pt x="1113" y="68"/>
                  <a:pt x="968" y="197"/>
                </a:cubicBezTo>
                <a:cubicBezTo>
                  <a:pt x="0" y="1031"/>
                  <a:pt x="234" y="4133"/>
                  <a:pt x="234" y="4133"/>
                </a:cubicBezTo>
                <a:lnTo>
                  <a:pt x="3002" y="4133"/>
                </a:lnTo>
                <a:cubicBezTo>
                  <a:pt x="3002" y="4133"/>
                  <a:pt x="3203" y="1198"/>
                  <a:pt x="2369" y="230"/>
                </a:cubicBezTo>
                <a:cubicBezTo>
                  <a:pt x="2231" y="76"/>
                  <a:pt x="1944" y="1"/>
                  <a:pt x="1656" y="1"/>
                </a:cubicBezTo>
                <a:close/>
              </a:path>
            </a:pathLst>
          </a:custGeom>
          <a:solidFill>
            <a:srgbClr val="2356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6" name="Google Shape;1616;p82"/>
          <p:cNvSpPr/>
          <p:nvPr/>
        </p:nvSpPr>
        <p:spPr>
          <a:xfrm>
            <a:off x="5403838" y="4614800"/>
            <a:ext cx="40875" cy="36625"/>
          </a:xfrm>
          <a:custGeom>
            <a:avLst/>
            <a:gdLst/>
            <a:ahLst/>
            <a:cxnLst/>
            <a:rect l="l" t="t" r="r" b="b"/>
            <a:pathLst>
              <a:path w="1635" h="1465" extrusionOk="0">
                <a:moveTo>
                  <a:pt x="910" y="1"/>
                </a:moveTo>
                <a:cubicBezTo>
                  <a:pt x="643" y="1"/>
                  <a:pt x="379" y="68"/>
                  <a:pt x="234" y="197"/>
                </a:cubicBezTo>
                <a:cubicBezTo>
                  <a:pt x="134" y="264"/>
                  <a:pt x="67" y="330"/>
                  <a:pt x="0" y="431"/>
                </a:cubicBezTo>
                <a:lnTo>
                  <a:pt x="534" y="1465"/>
                </a:lnTo>
                <a:cubicBezTo>
                  <a:pt x="534" y="1465"/>
                  <a:pt x="1268" y="631"/>
                  <a:pt x="1635" y="230"/>
                </a:cubicBezTo>
                <a:cubicBezTo>
                  <a:pt x="1480" y="76"/>
                  <a:pt x="1193" y="1"/>
                  <a:pt x="91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7" name="Google Shape;1617;p82"/>
          <p:cNvSpPr/>
          <p:nvPr/>
        </p:nvSpPr>
        <p:spPr>
          <a:xfrm>
            <a:off x="5413838" y="4603875"/>
            <a:ext cx="19200" cy="28375"/>
          </a:xfrm>
          <a:custGeom>
            <a:avLst/>
            <a:gdLst/>
            <a:ahLst/>
            <a:cxnLst/>
            <a:rect l="l" t="t" r="r" b="b"/>
            <a:pathLst>
              <a:path w="768" h="1135" extrusionOk="0">
                <a:moveTo>
                  <a:pt x="0" y="0"/>
                </a:moveTo>
                <a:lnTo>
                  <a:pt x="0" y="734"/>
                </a:lnTo>
                <a:cubicBezTo>
                  <a:pt x="0" y="968"/>
                  <a:pt x="167" y="1134"/>
                  <a:pt x="401" y="1134"/>
                </a:cubicBezTo>
                <a:cubicBezTo>
                  <a:pt x="601" y="1134"/>
                  <a:pt x="768" y="968"/>
                  <a:pt x="768" y="734"/>
                </a:cubicBezTo>
                <a:lnTo>
                  <a:pt x="768" y="0"/>
                </a:ln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8" name="Google Shape;1618;p82"/>
          <p:cNvSpPr/>
          <p:nvPr/>
        </p:nvSpPr>
        <p:spPr>
          <a:xfrm>
            <a:off x="5397988" y="4550500"/>
            <a:ext cx="45900" cy="60900"/>
          </a:xfrm>
          <a:custGeom>
            <a:avLst/>
            <a:gdLst/>
            <a:ahLst/>
            <a:cxnLst/>
            <a:rect l="l" t="t" r="r" b="b"/>
            <a:pathLst>
              <a:path w="1836" h="2436" extrusionOk="0">
                <a:moveTo>
                  <a:pt x="1" y="0"/>
                </a:moveTo>
                <a:lnTo>
                  <a:pt x="1" y="1668"/>
                </a:lnTo>
                <a:cubicBezTo>
                  <a:pt x="1" y="2069"/>
                  <a:pt x="334" y="2435"/>
                  <a:pt x="735" y="2435"/>
                </a:cubicBezTo>
                <a:lnTo>
                  <a:pt x="1101" y="2435"/>
                </a:lnTo>
                <a:cubicBezTo>
                  <a:pt x="1502" y="2435"/>
                  <a:pt x="1835" y="2069"/>
                  <a:pt x="1835" y="1668"/>
                </a:cubicBezTo>
                <a:lnTo>
                  <a:pt x="1835" y="0"/>
                </a:ln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9" name="Google Shape;1619;p82"/>
          <p:cNvSpPr/>
          <p:nvPr/>
        </p:nvSpPr>
        <p:spPr>
          <a:xfrm>
            <a:off x="5426338" y="4653275"/>
            <a:ext cx="30900" cy="34000"/>
          </a:xfrm>
          <a:custGeom>
            <a:avLst/>
            <a:gdLst/>
            <a:ahLst/>
            <a:cxnLst/>
            <a:rect l="l" t="t" r="r" b="b"/>
            <a:pathLst>
              <a:path w="1236" h="1360" extrusionOk="0">
                <a:moveTo>
                  <a:pt x="346" y="1"/>
                </a:moveTo>
                <a:cubicBezTo>
                  <a:pt x="283" y="1"/>
                  <a:pt x="220" y="20"/>
                  <a:pt x="168" y="59"/>
                </a:cubicBezTo>
                <a:cubicBezTo>
                  <a:pt x="34" y="159"/>
                  <a:pt x="1" y="326"/>
                  <a:pt x="101" y="493"/>
                </a:cubicBezTo>
                <a:cubicBezTo>
                  <a:pt x="168" y="626"/>
                  <a:pt x="535" y="1060"/>
                  <a:pt x="935" y="1360"/>
                </a:cubicBezTo>
                <a:cubicBezTo>
                  <a:pt x="968" y="1360"/>
                  <a:pt x="968" y="1327"/>
                  <a:pt x="968" y="1327"/>
                </a:cubicBezTo>
                <a:cubicBezTo>
                  <a:pt x="1068" y="1160"/>
                  <a:pt x="1135" y="993"/>
                  <a:pt x="1235" y="826"/>
                </a:cubicBezTo>
                <a:cubicBezTo>
                  <a:pt x="1002" y="626"/>
                  <a:pt x="768" y="359"/>
                  <a:pt x="601" y="126"/>
                </a:cubicBezTo>
                <a:cubicBezTo>
                  <a:pt x="541" y="45"/>
                  <a:pt x="443" y="1"/>
                  <a:pt x="346" y="1"/>
                </a:cubicBez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0" name="Google Shape;1620;p82"/>
          <p:cNvSpPr/>
          <p:nvPr/>
        </p:nvSpPr>
        <p:spPr>
          <a:xfrm>
            <a:off x="5437188" y="4624350"/>
            <a:ext cx="63400" cy="70450"/>
          </a:xfrm>
          <a:custGeom>
            <a:avLst/>
            <a:gdLst/>
            <a:ahLst/>
            <a:cxnLst/>
            <a:rect l="l" t="t" r="r" b="b"/>
            <a:pathLst>
              <a:path w="2536" h="2818" extrusionOk="0">
                <a:moveTo>
                  <a:pt x="385" y="0"/>
                </a:moveTo>
                <a:cubicBezTo>
                  <a:pt x="278" y="0"/>
                  <a:pt x="167" y="60"/>
                  <a:pt x="101" y="149"/>
                </a:cubicBezTo>
                <a:cubicBezTo>
                  <a:pt x="0" y="282"/>
                  <a:pt x="67" y="482"/>
                  <a:pt x="201" y="582"/>
                </a:cubicBezTo>
                <a:cubicBezTo>
                  <a:pt x="834" y="983"/>
                  <a:pt x="1602" y="1716"/>
                  <a:pt x="1435" y="2050"/>
                </a:cubicBezTo>
                <a:cubicBezTo>
                  <a:pt x="1335" y="2183"/>
                  <a:pt x="1268" y="2183"/>
                  <a:pt x="1235" y="2183"/>
                </a:cubicBezTo>
                <a:cubicBezTo>
                  <a:pt x="1068" y="2183"/>
                  <a:pt x="868" y="2050"/>
                  <a:pt x="668" y="1850"/>
                </a:cubicBezTo>
                <a:cubicBezTo>
                  <a:pt x="568" y="1917"/>
                  <a:pt x="501" y="2017"/>
                  <a:pt x="434" y="2117"/>
                </a:cubicBezTo>
                <a:cubicBezTo>
                  <a:pt x="367" y="2150"/>
                  <a:pt x="301" y="2250"/>
                  <a:pt x="234" y="2317"/>
                </a:cubicBezTo>
                <a:cubicBezTo>
                  <a:pt x="534" y="2584"/>
                  <a:pt x="868" y="2817"/>
                  <a:pt x="1235" y="2817"/>
                </a:cubicBezTo>
                <a:cubicBezTo>
                  <a:pt x="1435" y="2784"/>
                  <a:pt x="1735" y="2717"/>
                  <a:pt x="1935" y="2350"/>
                </a:cubicBezTo>
                <a:cubicBezTo>
                  <a:pt x="2536" y="1416"/>
                  <a:pt x="868" y="282"/>
                  <a:pt x="534" y="49"/>
                </a:cubicBezTo>
                <a:cubicBezTo>
                  <a:pt x="490" y="15"/>
                  <a:pt x="438" y="0"/>
                  <a:pt x="385" y="0"/>
                </a:cubicBezTo>
                <a:close/>
              </a:path>
            </a:pathLst>
          </a:custGeom>
          <a:solidFill>
            <a:srgbClr val="2356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1" name="Google Shape;1621;p82"/>
          <p:cNvSpPr/>
          <p:nvPr/>
        </p:nvSpPr>
        <p:spPr>
          <a:xfrm>
            <a:off x="5429688" y="4614700"/>
            <a:ext cx="38375" cy="105100"/>
          </a:xfrm>
          <a:custGeom>
            <a:avLst/>
            <a:gdLst/>
            <a:ahLst/>
            <a:cxnLst/>
            <a:rect l="l" t="t" r="r" b="b"/>
            <a:pathLst>
              <a:path w="1535" h="4204" extrusionOk="0">
                <a:moveTo>
                  <a:pt x="767" y="1"/>
                </a:moveTo>
                <a:cubicBezTo>
                  <a:pt x="734" y="34"/>
                  <a:pt x="134" y="735"/>
                  <a:pt x="67" y="1735"/>
                </a:cubicBezTo>
                <a:cubicBezTo>
                  <a:pt x="0" y="2770"/>
                  <a:pt x="1234" y="4137"/>
                  <a:pt x="1268" y="4204"/>
                </a:cubicBezTo>
                <a:lnTo>
                  <a:pt x="1535" y="3937"/>
                </a:lnTo>
                <a:cubicBezTo>
                  <a:pt x="1535" y="3937"/>
                  <a:pt x="367" y="2636"/>
                  <a:pt x="434" y="1769"/>
                </a:cubicBezTo>
                <a:cubicBezTo>
                  <a:pt x="501" y="868"/>
                  <a:pt x="1034" y="268"/>
                  <a:pt x="1034" y="268"/>
                </a:cubicBezTo>
                <a:lnTo>
                  <a:pt x="767" y="1"/>
                </a:lnTo>
                <a:close/>
              </a:path>
            </a:pathLst>
          </a:custGeom>
          <a:solidFill>
            <a:srgbClr val="B32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2" name="Google Shape;1622;p82"/>
          <p:cNvSpPr/>
          <p:nvPr/>
        </p:nvSpPr>
        <p:spPr>
          <a:xfrm>
            <a:off x="5382988" y="4616375"/>
            <a:ext cx="30050" cy="94250"/>
          </a:xfrm>
          <a:custGeom>
            <a:avLst/>
            <a:gdLst/>
            <a:ahLst/>
            <a:cxnLst/>
            <a:rect l="l" t="t" r="r" b="b"/>
            <a:pathLst>
              <a:path w="1202" h="3770" extrusionOk="0">
                <a:moveTo>
                  <a:pt x="968" y="1"/>
                </a:moveTo>
                <a:cubicBezTo>
                  <a:pt x="934" y="34"/>
                  <a:pt x="267" y="501"/>
                  <a:pt x="134" y="1869"/>
                </a:cubicBezTo>
                <a:cubicBezTo>
                  <a:pt x="0" y="3170"/>
                  <a:pt x="267" y="3703"/>
                  <a:pt x="300" y="3770"/>
                </a:cubicBezTo>
                <a:cubicBezTo>
                  <a:pt x="300" y="3770"/>
                  <a:pt x="300" y="3069"/>
                  <a:pt x="501" y="1902"/>
                </a:cubicBezTo>
                <a:cubicBezTo>
                  <a:pt x="667" y="701"/>
                  <a:pt x="1201" y="34"/>
                  <a:pt x="1201" y="34"/>
                </a:cubicBezTo>
                <a:lnTo>
                  <a:pt x="968" y="1"/>
                </a:lnTo>
                <a:close/>
              </a:path>
            </a:pathLst>
          </a:custGeom>
          <a:solidFill>
            <a:srgbClr val="B32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3" name="Google Shape;1623;p82"/>
          <p:cNvSpPr/>
          <p:nvPr/>
        </p:nvSpPr>
        <p:spPr>
          <a:xfrm>
            <a:off x="5426338" y="4653275"/>
            <a:ext cx="30900" cy="34000"/>
          </a:xfrm>
          <a:custGeom>
            <a:avLst/>
            <a:gdLst/>
            <a:ahLst/>
            <a:cxnLst/>
            <a:rect l="l" t="t" r="r" b="b"/>
            <a:pathLst>
              <a:path w="1236" h="1360" extrusionOk="0">
                <a:moveTo>
                  <a:pt x="346" y="1"/>
                </a:moveTo>
                <a:cubicBezTo>
                  <a:pt x="283" y="1"/>
                  <a:pt x="220" y="20"/>
                  <a:pt x="168" y="59"/>
                </a:cubicBezTo>
                <a:cubicBezTo>
                  <a:pt x="34" y="159"/>
                  <a:pt x="1" y="326"/>
                  <a:pt x="101" y="493"/>
                </a:cubicBezTo>
                <a:cubicBezTo>
                  <a:pt x="168" y="626"/>
                  <a:pt x="535" y="1060"/>
                  <a:pt x="935" y="1360"/>
                </a:cubicBezTo>
                <a:cubicBezTo>
                  <a:pt x="968" y="1360"/>
                  <a:pt x="968" y="1327"/>
                  <a:pt x="968" y="1327"/>
                </a:cubicBezTo>
                <a:cubicBezTo>
                  <a:pt x="1068" y="1160"/>
                  <a:pt x="1135" y="993"/>
                  <a:pt x="1235" y="826"/>
                </a:cubicBezTo>
                <a:cubicBezTo>
                  <a:pt x="1002" y="626"/>
                  <a:pt x="768" y="359"/>
                  <a:pt x="601" y="126"/>
                </a:cubicBezTo>
                <a:cubicBezTo>
                  <a:pt x="541" y="45"/>
                  <a:pt x="443" y="1"/>
                  <a:pt x="346" y="1"/>
                </a:cubicBez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4" name="Google Shape;1624;p82"/>
          <p:cNvSpPr/>
          <p:nvPr/>
        </p:nvSpPr>
        <p:spPr>
          <a:xfrm>
            <a:off x="5443013" y="4641400"/>
            <a:ext cx="51750" cy="52550"/>
          </a:xfrm>
          <a:custGeom>
            <a:avLst/>
            <a:gdLst/>
            <a:ahLst/>
            <a:cxnLst/>
            <a:rect l="l" t="t" r="r" b="b"/>
            <a:pathLst>
              <a:path w="2070" h="2102" extrusionOk="0">
                <a:moveTo>
                  <a:pt x="1102" y="0"/>
                </a:moveTo>
                <a:cubicBezTo>
                  <a:pt x="935" y="100"/>
                  <a:pt x="768" y="234"/>
                  <a:pt x="601" y="401"/>
                </a:cubicBezTo>
                <a:cubicBezTo>
                  <a:pt x="1002" y="768"/>
                  <a:pt x="1302" y="1134"/>
                  <a:pt x="1168" y="1368"/>
                </a:cubicBezTo>
                <a:cubicBezTo>
                  <a:pt x="1102" y="1501"/>
                  <a:pt x="1035" y="1501"/>
                  <a:pt x="1002" y="1501"/>
                </a:cubicBezTo>
                <a:cubicBezTo>
                  <a:pt x="835" y="1501"/>
                  <a:pt x="635" y="1368"/>
                  <a:pt x="435" y="1168"/>
                </a:cubicBezTo>
                <a:cubicBezTo>
                  <a:pt x="335" y="1235"/>
                  <a:pt x="268" y="1335"/>
                  <a:pt x="201" y="1401"/>
                </a:cubicBezTo>
                <a:cubicBezTo>
                  <a:pt x="134" y="1468"/>
                  <a:pt x="68" y="1535"/>
                  <a:pt x="1" y="1635"/>
                </a:cubicBezTo>
                <a:cubicBezTo>
                  <a:pt x="301" y="1868"/>
                  <a:pt x="635" y="2102"/>
                  <a:pt x="1002" y="2102"/>
                </a:cubicBezTo>
                <a:cubicBezTo>
                  <a:pt x="1202" y="2102"/>
                  <a:pt x="1502" y="2035"/>
                  <a:pt x="1702" y="1668"/>
                </a:cubicBezTo>
                <a:cubicBezTo>
                  <a:pt x="2069" y="1101"/>
                  <a:pt x="1602" y="467"/>
                  <a:pt x="1102" y="0"/>
                </a:cubicBezTo>
                <a:close/>
              </a:path>
            </a:pathLst>
          </a:custGeom>
          <a:solidFill>
            <a:srgbClr val="2356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5" name="Google Shape;1625;p82"/>
          <p:cNvSpPr/>
          <p:nvPr/>
        </p:nvSpPr>
        <p:spPr>
          <a:xfrm>
            <a:off x="5392163" y="4542150"/>
            <a:ext cx="56725" cy="14200"/>
          </a:xfrm>
          <a:custGeom>
            <a:avLst/>
            <a:gdLst/>
            <a:ahLst/>
            <a:cxnLst/>
            <a:rect l="l" t="t" r="r" b="b"/>
            <a:pathLst>
              <a:path w="2269" h="568" extrusionOk="0">
                <a:moveTo>
                  <a:pt x="300" y="1"/>
                </a:moveTo>
                <a:cubicBezTo>
                  <a:pt x="134" y="1"/>
                  <a:pt x="0" y="134"/>
                  <a:pt x="0" y="268"/>
                </a:cubicBezTo>
                <a:cubicBezTo>
                  <a:pt x="0" y="434"/>
                  <a:pt x="134" y="568"/>
                  <a:pt x="300" y="568"/>
                </a:cubicBezTo>
                <a:lnTo>
                  <a:pt x="1968" y="568"/>
                </a:lnTo>
                <a:cubicBezTo>
                  <a:pt x="2135" y="568"/>
                  <a:pt x="2268" y="434"/>
                  <a:pt x="2268" y="268"/>
                </a:cubicBezTo>
                <a:cubicBezTo>
                  <a:pt x="2268" y="134"/>
                  <a:pt x="2135" y="1"/>
                  <a:pt x="1968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6" name="Google Shape;1626;p82"/>
          <p:cNvSpPr/>
          <p:nvPr/>
        </p:nvSpPr>
        <p:spPr>
          <a:xfrm>
            <a:off x="5423013" y="4547150"/>
            <a:ext cx="21700" cy="39225"/>
          </a:xfrm>
          <a:custGeom>
            <a:avLst/>
            <a:gdLst/>
            <a:ahLst/>
            <a:cxnLst/>
            <a:rect l="l" t="t" r="r" b="b"/>
            <a:pathLst>
              <a:path w="868" h="1569" extrusionOk="0">
                <a:moveTo>
                  <a:pt x="0" y="1"/>
                </a:moveTo>
                <a:lnTo>
                  <a:pt x="868" y="1569"/>
                </a:lnTo>
                <a:lnTo>
                  <a:pt x="868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7" name="Google Shape;1627;p82"/>
          <p:cNvSpPr/>
          <p:nvPr/>
        </p:nvSpPr>
        <p:spPr>
          <a:xfrm>
            <a:off x="5035238" y="4487125"/>
            <a:ext cx="55900" cy="113425"/>
          </a:xfrm>
          <a:custGeom>
            <a:avLst/>
            <a:gdLst/>
            <a:ahLst/>
            <a:cxnLst/>
            <a:rect l="l" t="t" r="r" b="b"/>
            <a:pathLst>
              <a:path w="2236" h="4537" extrusionOk="0">
                <a:moveTo>
                  <a:pt x="0" y="0"/>
                </a:moveTo>
                <a:lnTo>
                  <a:pt x="0" y="4537"/>
                </a:lnTo>
                <a:lnTo>
                  <a:pt x="2235" y="4537"/>
                </a:lnTo>
                <a:lnTo>
                  <a:pt x="2235" y="734"/>
                </a:lnTo>
                <a:cubicBezTo>
                  <a:pt x="2235" y="334"/>
                  <a:pt x="1935" y="0"/>
                  <a:pt x="1535" y="0"/>
                </a:cubicBezTo>
                <a:close/>
              </a:path>
            </a:pathLst>
          </a:custGeom>
          <a:solidFill>
            <a:srgbClr val="FCDD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8" name="Google Shape;1628;p82"/>
          <p:cNvSpPr/>
          <p:nvPr/>
        </p:nvSpPr>
        <p:spPr>
          <a:xfrm>
            <a:off x="5049413" y="4558000"/>
            <a:ext cx="65075" cy="125125"/>
          </a:xfrm>
          <a:custGeom>
            <a:avLst/>
            <a:gdLst/>
            <a:ahLst/>
            <a:cxnLst/>
            <a:rect l="l" t="t" r="r" b="b"/>
            <a:pathLst>
              <a:path w="2603" h="5005" extrusionOk="0">
                <a:moveTo>
                  <a:pt x="0" y="1"/>
                </a:moveTo>
                <a:lnTo>
                  <a:pt x="0" y="5004"/>
                </a:lnTo>
                <a:lnTo>
                  <a:pt x="1135" y="5004"/>
                </a:lnTo>
                <a:cubicBezTo>
                  <a:pt x="1935" y="5004"/>
                  <a:pt x="2602" y="4304"/>
                  <a:pt x="2536" y="3503"/>
                </a:cubicBezTo>
                <a:lnTo>
                  <a:pt x="2369" y="1302"/>
                </a:lnTo>
                <a:cubicBezTo>
                  <a:pt x="2335" y="568"/>
                  <a:pt x="1735" y="1"/>
                  <a:pt x="968" y="1"/>
                </a:cubicBezTo>
                <a:close/>
              </a:path>
            </a:pathLst>
          </a:custGeom>
          <a:solidFill>
            <a:srgbClr val="EB83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9" name="Google Shape;1629;p82"/>
          <p:cNvSpPr/>
          <p:nvPr/>
        </p:nvSpPr>
        <p:spPr>
          <a:xfrm>
            <a:off x="4977688" y="4568850"/>
            <a:ext cx="68400" cy="115425"/>
          </a:xfrm>
          <a:custGeom>
            <a:avLst/>
            <a:gdLst/>
            <a:ahLst/>
            <a:cxnLst/>
            <a:rect l="l" t="t" r="r" b="b"/>
            <a:pathLst>
              <a:path w="2736" h="4617" extrusionOk="0">
                <a:moveTo>
                  <a:pt x="2436" y="0"/>
                </a:moveTo>
                <a:cubicBezTo>
                  <a:pt x="2269" y="0"/>
                  <a:pt x="2102" y="134"/>
                  <a:pt x="2102" y="300"/>
                </a:cubicBezTo>
                <a:cubicBezTo>
                  <a:pt x="2102" y="300"/>
                  <a:pt x="2069" y="1234"/>
                  <a:pt x="1602" y="2135"/>
                </a:cubicBezTo>
                <a:cubicBezTo>
                  <a:pt x="1101" y="3069"/>
                  <a:pt x="134" y="4103"/>
                  <a:pt x="134" y="4103"/>
                </a:cubicBezTo>
                <a:cubicBezTo>
                  <a:pt x="1" y="4237"/>
                  <a:pt x="1" y="4403"/>
                  <a:pt x="134" y="4537"/>
                </a:cubicBezTo>
                <a:cubicBezTo>
                  <a:pt x="183" y="4586"/>
                  <a:pt x="268" y="4617"/>
                  <a:pt x="349" y="4617"/>
                </a:cubicBezTo>
                <a:cubicBezTo>
                  <a:pt x="378" y="4617"/>
                  <a:pt x="408" y="4612"/>
                  <a:pt x="434" y="4604"/>
                </a:cubicBezTo>
                <a:cubicBezTo>
                  <a:pt x="468" y="4604"/>
                  <a:pt x="534" y="4570"/>
                  <a:pt x="568" y="4537"/>
                </a:cubicBezTo>
                <a:cubicBezTo>
                  <a:pt x="601" y="4503"/>
                  <a:pt x="1602" y="3469"/>
                  <a:pt x="2136" y="2435"/>
                </a:cubicBezTo>
                <a:cubicBezTo>
                  <a:pt x="2669" y="1401"/>
                  <a:pt x="2736" y="367"/>
                  <a:pt x="2736" y="334"/>
                </a:cubicBezTo>
                <a:cubicBezTo>
                  <a:pt x="2736" y="167"/>
                  <a:pt x="2603" y="0"/>
                  <a:pt x="2436" y="0"/>
                </a:cubicBez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0" name="Google Shape;1630;p82"/>
          <p:cNvSpPr/>
          <p:nvPr/>
        </p:nvSpPr>
        <p:spPr>
          <a:xfrm>
            <a:off x="5000213" y="4568850"/>
            <a:ext cx="45875" cy="89250"/>
          </a:xfrm>
          <a:custGeom>
            <a:avLst/>
            <a:gdLst/>
            <a:ahLst/>
            <a:cxnLst/>
            <a:rect l="l" t="t" r="r" b="b"/>
            <a:pathLst>
              <a:path w="1835" h="3570" extrusionOk="0">
                <a:moveTo>
                  <a:pt x="1535" y="0"/>
                </a:moveTo>
                <a:cubicBezTo>
                  <a:pt x="1368" y="0"/>
                  <a:pt x="1235" y="134"/>
                  <a:pt x="1201" y="300"/>
                </a:cubicBezTo>
                <a:cubicBezTo>
                  <a:pt x="1201" y="300"/>
                  <a:pt x="1168" y="1234"/>
                  <a:pt x="701" y="2135"/>
                </a:cubicBezTo>
                <a:cubicBezTo>
                  <a:pt x="501" y="2502"/>
                  <a:pt x="267" y="2869"/>
                  <a:pt x="0" y="3169"/>
                </a:cubicBezTo>
                <a:cubicBezTo>
                  <a:pt x="167" y="3269"/>
                  <a:pt x="301" y="3369"/>
                  <a:pt x="401" y="3469"/>
                </a:cubicBezTo>
                <a:lnTo>
                  <a:pt x="501" y="3569"/>
                </a:lnTo>
                <a:cubicBezTo>
                  <a:pt x="768" y="3236"/>
                  <a:pt x="1034" y="2836"/>
                  <a:pt x="1235" y="2435"/>
                </a:cubicBezTo>
                <a:cubicBezTo>
                  <a:pt x="1768" y="1401"/>
                  <a:pt x="1835" y="367"/>
                  <a:pt x="1835" y="334"/>
                </a:cubicBezTo>
                <a:cubicBezTo>
                  <a:pt x="1835" y="167"/>
                  <a:pt x="1702" y="0"/>
                  <a:pt x="1535" y="0"/>
                </a:cubicBezTo>
                <a:close/>
              </a:path>
            </a:pathLst>
          </a:custGeom>
          <a:solidFill>
            <a:srgbClr val="2356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1" name="Google Shape;1631;p82"/>
          <p:cNvSpPr/>
          <p:nvPr/>
        </p:nvSpPr>
        <p:spPr>
          <a:xfrm>
            <a:off x="5057738" y="4668925"/>
            <a:ext cx="60075" cy="191825"/>
          </a:xfrm>
          <a:custGeom>
            <a:avLst/>
            <a:gdLst/>
            <a:ahLst/>
            <a:cxnLst/>
            <a:rect l="l" t="t" r="r" b="b"/>
            <a:pathLst>
              <a:path w="2403" h="7673" extrusionOk="0">
                <a:moveTo>
                  <a:pt x="735" y="0"/>
                </a:moveTo>
                <a:lnTo>
                  <a:pt x="1" y="33"/>
                </a:lnTo>
                <a:cubicBezTo>
                  <a:pt x="34" y="134"/>
                  <a:pt x="68" y="2602"/>
                  <a:pt x="701" y="4570"/>
                </a:cubicBezTo>
                <a:cubicBezTo>
                  <a:pt x="1302" y="6538"/>
                  <a:pt x="1702" y="7606"/>
                  <a:pt x="1736" y="7672"/>
                </a:cubicBezTo>
                <a:lnTo>
                  <a:pt x="2403" y="7405"/>
                </a:lnTo>
                <a:cubicBezTo>
                  <a:pt x="2403" y="7405"/>
                  <a:pt x="1969" y="6305"/>
                  <a:pt x="1369" y="4370"/>
                </a:cubicBezTo>
                <a:cubicBezTo>
                  <a:pt x="802" y="2469"/>
                  <a:pt x="735" y="33"/>
                  <a:pt x="735" y="0"/>
                </a:cubicBez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2" name="Google Shape;1632;p82"/>
          <p:cNvSpPr/>
          <p:nvPr/>
        </p:nvSpPr>
        <p:spPr>
          <a:xfrm>
            <a:off x="5002713" y="4696425"/>
            <a:ext cx="71750" cy="165150"/>
          </a:xfrm>
          <a:custGeom>
            <a:avLst/>
            <a:gdLst/>
            <a:ahLst/>
            <a:cxnLst/>
            <a:rect l="l" t="t" r="r" b="b"/>
            <a:pathLst>
              <a:path w="2870" h="6606" extrusionOk="0">
                <a:moveTo>
                  <a:pt x="2335" y="1"/>
                </a:moveTo>
                <a:cubicBezTo>
                  <a:pt x="2169" y="168"/>
                  <a:pt x="868" y="3036"/>
                  <a:pt x="868" y="3070"/>
                </a:cubicBezTo>
                <a:cubicBezTo>
                  <a:pt x="301" y="4337"/>
                  <a:pt x="0" y="6405"/>
                  <a:pt x="0" y="6506"/>
                </a:cubicBezTo>
                <a:lnTo>
                  <a:pt x="701" y="6606"/>
                </a:lnTo>
                <a:cubicBezTo>
                  <a:pt x="701" y="6572"/>
                  <a:pt x="1001" y="4537"/>
                  <a:pt x="1535" y="3370"/>
                </a:cubicBezTo>
                <a:cubicBezTo>
                  <a:pt x="2069" y="2136"/>
                  <a:pt x="2802" y="601"/>
                  <a:pt x="2869" y="468"/>
                </a:cubicBezTo>
                <a:lnTo>
                  <a:pt x="2569" y="268"/>
                </a:lnTo>
                <a:lnTo>
                  <a:pt x="2335" y="1"/>
                </a:ln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3" name="Google Shape;1633;p82"/>
          <p:cNvSpPr/>
          <p:nvPr/>
        </p:nvSpPr>
        <p:spPr>
          <a:xfrm>
            <a:off x="5085263" y="4850700"/>
            <a:ext cx="36725" cy="28400"/>
          </a:xfrm>
          <a:custGeom>
            <a:avLst/>
            <a:gdLst/>
            <a:ahLst/>
            <a:cxnLst/>
            <a:rect l="l" t="t" r="r" b="b"/>
            <a:pathLst>
              <a:path w="1469" h="1136" extrusionOk="0">
                <a:moveTo>
                  <a:pt x="1302" y="1"/>
                </a:moveTo>
                <a:lnTo>
                  <a:pt x="401" y="401"/>
                </a:lnTo>
                <a:cubicBezTo>
                  <a:pt x="134" y="501"/>
                  <a:pt x="1" y="868"/>
                  <a:pt x="134" y="1135"/>
                </a:cubicBezTo>
                <a:lnTo>
                  <a:pt x="1202" y="668"/>
                </a:lnTo>
                <a:cubicBezTo>
                  <a:pt x="1402" y="568"/>
                  <a:pt x="1468" y="368"/>
                  <a:pt x="1402" y="168"/>
                </a:cubicBezTo>
                <a:lnTo>
                  <a:pt x="1302" y="1"/>
                </a:lnTo>
                <a:close/>
              </a:path>
            </a:pathLst>
          </a:custGeom>
          <a:solidFill>
            <a:srgbClr val="3535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4" name="Google Shape;1634;p82"/>
          <p:cNvSpPr/>
          <p:nvPr/>
        </p:nvSpPr>
        <p:spPr>
          <a:xfrm>
            <a:off x="4980188" y="4855900"/>
            <a:ext cx="40900" cy="18350"/>
          </a:xfrm>
          <a:custGeom>
            <a:avLst/>
            <a:gdLst/>
            <a:ahLst/>
            <a:cxnLst/>
            <a:rect l="l" t="t" r="r" b="b"/>
            <a:pathLst>
              <a:path w="1636" h="734" extrusionOk="0">
                <a:moveTo>
                  <a:pt x="510" y="0"/>
                </a:moveTo>
                <a:cubicBezTo>
                  <a:pt x="269" y="0"/>
                  <a:pt x="56" y="180"/>
                  <a:pt x="1" y="427"/>
                </a:cubicBezTo>
                <a:lnTo>
                  <a:pt x="1135" y="727"/>
                </a:lnTo>
                <a:cubicBezTo>
                  <a:pt x="1160" y="731"/>
                  <a:pt x="1186" y="733"/>
                  <a:pt x="1211" y="733"/>
                </a:cubicBezTo>
                <a:cubicBezTo>
                  <a:pt x="1383" y="733"/>
                  <a:pt x="1539" y="635"/>
                  <a:pt x="1569" y="460"/>
                </a:cubicBezTo>
                <a:lnTo>
                  <a:pt x="1635" y="260"/>
                </a:lnTo>
                <a:lnTo>
                  <a:pt x="668" y="26"/>
                </a:lnTo>
                <a:cubicBezTo>
                  <a:pt x="615" y="9"/>
                  <a:pt x="562" y="0"/>
                  <a:pt x="510" y="0"/>
                </a:cubicBezTo>
                <a:close/>
              </a:path>
            </a:pathLst>
          </a:custGeom>
          <a:solidFill>
            <a:srgbClr val="3535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5" name="Google Shape;1635;p82"/>
          <p:cNvSpPr/>
          <p:nvPr/>
        </p:nvSpPr>
        <p:spPr>
          <a:xfrm>
            <a:off x="5007713" y="4659750"/>
            <a:ext cx="104275" cy="106750"/>
          </a:xfrm>
          <a:custGeom>
            <a:avLst/>
            <a:gdLst/>
            <a:ahLst/>
            <a:cxnLst/>
            <a:rect l="l" t="t" r="r" b="b"/>
            <a:pathLst>
              <a:path w="4171" h="4270" extrusionOk="0">
                <a:moveTo>
                  <a:pt x="768" y="0"/>
                </a:moveTo>
                <a:lnTo>
                  <a:pt x="1" y="4270"/>
                </a:lnTo>
                <a:lnTo>
                  <a:pt x="4170" y="4270"/>
                </a:lnTo>
                <a:lnTo>
                  <a:pt x="3436" y="0"/>
                </a:lnTo>
                <a:close/>
              </a:path>
            </a:pathLst>
          </a:custGeom>
          <a:solidFill>
            <a:srgbClr val="3535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6" name="Google Shape;1636;p82"/>
          <p:cNvSpPr/>
          <p:nvPr/>
        </p:nvSpPr>
        <p:spPr>
          <a:xfrm>
            <a:off x="5019388" y="4560275"/>
            <a:ext cx="80075" cy="103650"/>
          </a:xfrm>
          <a:custGeom>
            <a:avLst/>
            <a:gdLst/>
            <a:ahLst/>
            <a:cxnLst/>
            <a:rect l="l" t="t" r="r" b="b"/>
            <a:pathLst>
              <a:path w="3203" h="4146" extrusionOk="0">
                <a:moveTo>
                  <a:pt x="1634" y="1"/>
                </a:moveTo>
                <a:cubicBezTo>
                  <a:pt x="1371" y="1"/>
                  <a:pt x="1110" y="68"/>
                  <a:pt x="968" y="210"/>
                </a:cubicBezTo>
                <a:cubicBezTo>
                  <a:pt x="1" y="1044"/>
                  <a:pt x="234" y="4146"/>
                  <a:pt x="234" y="4146"/>
                </a:cubicBezTo>
                <a:lnTo>
                  <a:pt x="3036" y="4146"/>
                </a:lnTo>
                <a:cubicBezTo>
                  <a:pt x="3036" y="4146"/>
                  <a:pt x="3203" y="1177"/>
                  <a:pt x="2369" y="243"/>
                </a:cubicBezTo>
                <a:cubicBezTo>
                  <a:pt x="2228" y="85"/>
                  <a:pt x="1929" y="1"/>
                  <a:pt x="1634" y="1"/>
                </a:cubicBezTo>
                <a:close/>
              </a:path>
            </a:pathLst>
          </a:custGeom>
          <a:solidFill>
            <a:srgbClr val="2356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7" name="Google Shape;1637;p82"/>
          <p:cNvSpPr/>
          <p:nvPr/>
        </p:nvSpPr>
        <p:spPr>
          <a:xfrm>
            <a:off x="5037738" y="4560275"/>
            <a:ext cx="40875" cy="36950"/>
          </a:xfrm>
          <a:custGeom>
            <a:avLst/>
            <a:gdLst/>
            <a:ahLst/>
            <a:cxnLst/>
            <a:rect l="l" t="t" r="r" b="b"/>
            <a:pathLst>
              <a:path w="1635" h="1478" extrusionOk="0">
                <a:moveTo>
                  <a:pt x="900" y="1"/>
                </a:moveTo>
                <a:cubicBezTo>
                  <a:pt x="637" y="1"/>
                  <a:pt x="376" y="68"/>
                  <a:pt x="234" y="210"/>
                </a:cubicBezTo>
                <a:cubicBezTo>
                  <a:pt x="167" y="277"/>
                  <a:pt x="67" y="310"/>
                  <a:pt x="0" y="443"/>
                </a:cubicBezTo>
                <a:lnTo>
                  <a:pt x="534" y="1477"/>
                </a:lnTo>
                <a:cubicBezTo>
                  <a:pt x="534" y="1477"/>
                  <a:pt x="1268" y="643"/>
                  <a:pt x="1635" y="243"/>
                </a:cubicBezTo>
                <a:cubicBezTo>
                  <a:pt x="1494" y="85"/>
                  <a:pt x="1195" y="1"/>
                  <a:pt x="90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8" name="Google Shape;1638;p82"/>
          <p:cNvSpPr/>
          <p:nvPr/>
        </p:nvSpPr>
        <p:spPr>
          <a:xfrm>
            <a:off x="5047738" y="4548825"/>
            <a:ext cx="19200" cy="28375"/>
          </a:xfrm>
          <a:custGeom>
            <a:avLst/>
            <a:gdLst/>
            <a:ahLst/>
            <a:cxnLst/>
            <a:rect l="l" t="t" r="r" b="b"/>
            <a:pathLst>
              <a:path w="768" h="1135" extrusionOk="0">
                <a:moveTo>
                  <a:pt x="1" y="1"/>
                </a:moveTo>
                <a:lnTo>
                  <a:pt x="1" y="768"/>
                </a:lnTo>
                <a:cubicBezTo>
                  <a:pt x="1" y="968"/>
                  <a:pt x="201" y="1135"/>
                  <a:pt x="401" y="1135"/>
                </a:cubicBezTo>
                <a:cubicBezTo>
                  <a:pt x="601" y="1135"/>
                  <a:pt x="768" y="968"/>
                  <a:pt x="768" y="768"/>
                </a:cubicBezTo>
                <a:lnTo>
                  <a:pt x="768" y="1"/>
                </a:ln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9" name="Google Shape;1639;p82"/>
          <p:cNvSpPr/>
          <p:nvPr/>
        </p:nvSpPr>
        <p:spPr>
          <a:xfrm>
            <a:off x="5031888" y="4496300"/>
            <a:ext cx="46725" cy="60050"/>
          </a:xfrm>
          <a:custGeom>
            <a:avLst/>
            <a:gdLst/>
            <a:ahLst/>
            <a:cxnLst/>
            <a:rect l="l" t="t" r="r" b="b"/>
            <a:pathLst>
              <a:path w="1869" h="2402" extrusionOk="0">
                <a:moveTo>
                  <a:pt x="1" y="0"/>
                </a:moveTo>
                <a:lnTo>
                  <a:pt x="1" y="1635"/>
                </a:lnTo>
                <a:cubicBezTo>
                  <a:pt x="1" y="2068"/>
                  <a:pt x="334" y="2402"/>
                  <a:pt x="768" y="2402"/>
                </a:cubicBezTo>
                <a:lnTo>
                  <a:pt x="1102" y="2402"/>
                </a:lnTo>
                <a:cubicBezTo>
                  <a:pt x="1502" y="2402"/>
                  <a:pt x="1869" y="2068"/>
                  <a:pt x="1836" y="1635"/>
                </a:cubicBezTo>
                <a:lnTo>
                  <a:pt x="1836" y="0"/>
                </a:ln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0" name="Google Shape;1640;p82"/>
          <p:cNvSpPr/>
          <p:nvPr/>
        </p:nvSpPr>
        <p:spPr>
          <a:xfrm>
            <a:off x="5060263" y="4598300"/>
            <a:ext cx="31700" cy="34775"/>
          </a:xfrm>
          <a:custGeom>
            <a:avLst/>
            <a:gdLst/>
            <a:ahLst/>
            <a:cxnLst/>
            <a:rect l="l" t="t" r="r" b="b"/>
            <a:pathLst>
              <a:path w="1268" h="1391" extrusionOk="0">
                <a:moveTo>
                  <a:pt x="351" y="0"/>
                </a:moveTo>
                <a:cubicBezTo>
                  <a:pt x="292" y="0"/>
                  <a:pt x="229" y="19"/>
                  <a:pt x="167" y="56"/>
                </a:cubicBezTo>
                <a:cubicBezTo>
                  <a:pt x="33" y="157"/>
                  <a:pt x="0" y="357"/>
                  <a:pt x="100" y="490"/>
                </a:cubicBezTo>
                <a:cubicBezTo>
                  <a:pt x="200" y="624"/>
                  <a:pt x="534" y="1091"/>
                  <a:pt x="967" y="1391"/>
                </a:cubicBezTo>
                <a:cubicBezTo>
                  <a:pt x="967" y="1391"/>
                  <a:pt x="967" y="1357"/>
                  <a:pt x="967" y="1357"/>
                </a:cubicBezTo>
                <a:cubicBezTo>
                  <a:pt x="1067" y="1157"/>
                  <a:pt x="1168" y="990"/>
                  <a:pt x="1268" y="824"/>
                </a:cubicBezTo>
                <a:cubicBezTo>
                  <a:pt x="1034" y="657"/>
                  <a:pt x="767" y="357"/>
                  <a:pt x="600" y="157"/>
                </a:cubicBezTo>
                <a:cubicBezTo>
                  <a:pt x="538" y="52"/>
                  <a:pt x="449" y="0"/>
                  <a:pt x="351" y="0"/>
                </a:cubicBez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82"/>
          <p:cNvSpPr/>
          <p:nvPr/>
        </p:nvSpPr>
        <p:spPr>
          <a:xfrm>
            <a:off x="5071938" y="4570150"/>
            <a:ext cx="62550" cy="69600"/>
          </a:xfrm>
          <a:custGeom>
            <a:avLst/>
            <a:gdLst/>
            <a:ahLst/>
            <a:cxnLst/>
            <a:rect l="l" t="t" r="r" b="b"/>
            <a:pathLst>
              <a:path w="2502" h="2784" extrusionOk="0">
                <a:moveTo>
                  <a:pt x="362" y="0"/>
                </a:moveTo>
                <a:cubicBezTo>
                  <a:pt x="248" y="0"/>
                  <a:pt x="145" y="59"/>
                  <a:pt x="100" y="148"/>
                </a:cubicBezTo>
                <a:cubicBezTo>
                  <a:pt x="0" y="282"/>
                  <a:pt x="33" y="482"/>
                  <a:pt x="167" y="582"/>
                </a:cubicBezTo>
                <a:cubicBezTo>
                  <a:pt x="801" y="982"/>
                  <a:pt x="1568" y="1716"/>
                  <a:pt x="1401" y="2016"/>
                </a:cubicBezTo>
                <a:cubicBezTo>
                  <a:pt x="1301" y="2183"/>
                  <a:pt x="1234" y="2183"/>
                  <a:pt x="1201" y="2183"/>
                </a:cubicBezTo>
                <a:cubicBezTo>
                  <a:pt x="1067" y="2183"/>
                  <a:pt x="834" y="2016"/>
                  <a:pt x="634" y="1850"/>
                </a:cubicBezTo>
                <a:cubicBezTo>
                  <a:pt x="567" y="1916"/>
                  <a:pt x="467" y="2016"/>
                  <a:pt x="400" y="2083"/>
                </a:cubicBezTo>
                <a:cubicBezTo>
                  <a:pt x="334" y="2150"/>
                  <a:pt x="300" y="2217"/>
                  <a:pt x="234" y="2317"/>
                </a:cubicBezTo>
                <a:cubicBezTo>
                  <a:pt x="500" y="2550"/>
                  <a:pt x="867" y="2784"/>
                  <a:pt x="1201" y="2784"/>
                </a:cubicBezTo>
                <a:lnTo>
                  <a:pt x="1234" y="2784"/>
                </a:lnTo>
                <a:cubicBezTo>
                  <a:pt x="1434" y="2784"/>
                  <a:pt x="1701" y="2717"/>
                  <a:pt x="1935" y="2350"/>
                </a:cubicBezTo>
                <a:cubicBezTo>
                  <a:pt x="2502" y="1416"/>
                  <a:pt x="867" y="282"/>
                  <a:pt x="534" y="48"/>
                </a:cubicBezTo>
                <a:cubicBezTo>
                  <a:pt x="478" y="15"/>
                  <a:pt x="419" y="0"/>
                  <a:pt x="362" y="0"/>
                </a:cubicBezTo>
                <a:close/>
              </a:path>
            </a:pathLst>
          </a:custGeom>
          <a:solidFill>
            <a:srgbClr val="2356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82"/>
          <p:cNvSpPr/>
          <p:nvPr/>
        </p:nvSpPr>
        <p:spPr>
          <a:xfrm>
            <a:off x="5064413" y="4560500"/>
            <a:ext cx="38400" cy="104275"/>
          </a:xfrm>
          <a:custGeom>
            <a:avLst/>
            <a:gdLst/>
            <a:ahLst/>
            <a:cxnLst/>
            <a:rect l="l" t="t" r="r" b="b"/>
            <a:pathLst>
              <a:path w="1536" h="4171" extrusionOk="0">
                <a:moveTo>
                  <a:pt x="735" y="1"/>
                </a:moveTo>
                <a:cubicBezTo>
                  <a:pt x="735" y="34"/>
                  <a:pt x="101" y="701"/>
                  <a:pt x="68" y="1735"/>
                </a:cubicBezTo>
                <a:cubicBezTo>
                  <a:pt x="1" y="2769"/>
                  <a:pt x="1202" y="4137"/>
                  <a:pt x="1268" y="4170"/>
                </a:cubicBezTo>
                <a:lnTo>
                  <a:pt x="1535" y="3937"/>
                </a:lnTo>
                <a:cubicBezTo>
                  <a:pt x="1502" y="3937"/>
                  <a:pt x="368" y="2636"/>
                  <a:pt x="401" y="1769"/>
                </a:cubicBezTo>
                <a:cubicBezTo>
                  <a:pt x="468" y="868"/>
                  <a:pt x="1002" y="268"/>
                  <a:pt x="1002" y="234"/>
                </a:cubicBezTo>
                <a:lnTo>
                  <a:pt x="735" y="1"/>
                </a:lnTo>
                <a:close/>
              </a:path>
            </a:pathLst>
          </a:custGeom>
          <a:solidFill>
            <a:srgbClr val="EB83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82"/>
          <p:cNvSpPr/>
          <p:nvPr/>
        </p:nvSpPr>
        <p:spPr>
          <a:xfrm>
            <a:off x="5016888" y="4562175"/>
            <a:ext cx="30050" cy="93425"/>
          </a:xfrm>
          <a:custGeom>
            <a:avLst/>
            <a:gdLst/>
            <a:ahLst/>
            <a:cxnLst/>
            <a:rect l="l" t="t" r="r" b="b"/>
            <a:pathLst>
              <a:path w="1202" h="3737" extrusionOk="0">
                <a:moveTo>
                  <a:pt x="968" y="0"/>
                </a:moveTo>
                <a:cubicBezTo>
                  <a:pt x="968" y="34"/>
                  <a:pt x="267" y="501"/>
                  <a:pt x="134" y="1835"/>
                </a:cubicBezTo>
                <a:cubicBezTo>
                  <a:pt x="0" y="3169"/>
                  <a:pt x="301" y="3703"/>
                  <a:pt x="301" y="3736"/>
                </a:cubicBezTo>
                <a:cubicBezTo>
                  <a:pt x="301" y="3736"/>
                  <a:pt x="301" y="3069"/>
                  <a:pt x="501" y="1868"/>
                </a:cubicBezTo>
                <a:cubicBezTo>
                  <a:pt x="668" y="701"/>
                  <a:pt x="1201" y="0"/>
                  <a:pt x="1201" y="0"/>
                </a:cubicBezTo>
                <a:close/>
              </a:path>
            </a:pathLst>
          </a:custGeom>
          <a:solidFill>
            <a:srgbClr val="EB83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4" name="Google Shape;1644;p82"/>
          <p:cNvSpPr/>
          <p:nvPr/>
        </p:nvSpPr>
        <p:spPr>
          <a:xfrm>
            <a:off x="5060263" y="4598300"/>
            <a:ext cx="31700" cy="34775"/>
          </a:xfrm>
          <a:custGeom>
            <a:avLst/>
            <a:gdLst/>
            <a:ahLst/>
            <a:cxnLst/>
            <a:rect l="l" t="t" r="r" b="b"/>
            <a:pathLst>
              <a:path w="1268" h="1391" extrusionOk="0">
                <a:moveTo>
                  <a:pt x="351" y="0"/>
                </a:moveTo>
                <a:cubicBezTo>
                  <a:pt x="292" y="0"/>
                  <a:pt x="229" y="19"/>
                  <a:pt x="167" y="56"/>
                </a:cubicBezTo>
                <a:cubicBezTo>
                  <a:pt x="33" y="157"/>
                  <a:pt x="0" y="357"/>
                  <a:pt x="100" y="490"/>
                </a:cubicBezTo>
                <a:cubicBezTo>
                  <a:pt x="200" y="624"/>
                  <a:pt x="534" y="1091"/>
                  <a:pt x="967" y="1391"/>
                </a:cubicBezTo>
                <a:cubicBezTo>
                  <a:pt x="967" y="1391"/>
                  <a:pt x="967" y="1357"/>
                  <a:pt x="967" y="1357"/>
                </a:cubicBezTo>
                <a:cubicBezTo>
                  <a:pt x="1067" y="1157"/>
                  <a:pt x="1168" y="990"/>
                  <a:pt x="1268" y="824"/>
                </a:cubicBezTo>
                <a:cubicBezTo>
                  <a:pt x="1034" y="657"/>
                  <a:pt x="767" y="357"/>
                  <a:pt x="600" y="157"/>
                </a:cubicBezTo>
                <a:cubicBezTo>
                  <a:pt x="538" y="52"/>
                  <a:pt x="449" y="0"/>
                  <a:pt x="351" y="0"/>
                </a:cubicBez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5" name="Google Shape;1645;p82"/>
          <p:cNvSpPr/>
          <p:nvPr/>
        </p:nvSpPr>
        <p:spPr>
          <a:xfrm>
            <a:off x="5077763" y="4586350"/>
            <a:ext cx="50900" cy="53400"/>
          </a:xfrm>
          <a:custGeom>
            <a:avLst/>
            <a:gdLst/>
            <a:ahLst/>
            <a:cxnLst/>
            <a:rect l="l" t="t" r="r" b="b"/>
            <a:pathLst>
              <a:path w="2036" h="2136" extrusionOk="0">
                <a:moveTo>
                  <a:pt x="1068" y="1"/>
                </a:moveTo>
                <a:cubicBezTo>
                  <a:pt x="901" y="134"/>
                  <a:pt x="734" y="268"/>
                  <a:pt x="568" y="401"/>
                </a:cubicBezTo>
                <a:cubicBezTo>
                  <a:pt x="968" y="768"/>
                  <a:pt x="1301" y="1168"/>
                  <a:pt x="1168" y="1368"/>
                </a:cubicBezTo>
                <a:cubicBezTo>
                  <a:pt x="1068" y="1502"/>
                  <a:pt x="1001" y="1502"/>
                  <a:pt x="968" y="1502"/>
                </a:cubicBezTo>
                <a:cubicBezTo>
                  <a:pt x="834" y="1502"/>
                  <a:pt x="601" y="1368"/>
                  <a:pt x="401" y="1202"/>
                </a:cubicBezTo>
                <a:cubicBezTo>
                  <a:pt x="334" y="1268"/>
                  <a:pt x="234" y="1368"/>
                  <a:pt x="167" y="1435"/>
                </a:cubicBezTo>
                <a:cubicBezTo>
                  <a:pt x="101" y="1502"/>
                  <a:pt x="67" y="1569"/>
                  <a:pt x="1" y="1635"/>
                </a:cubicBezTo>
                <a:cubicBezTo>
                  <a:pt x="267" y="1902"/>
                  <a:pt x="601" y="2136"/>
                  <a:pt x="968" y="2136"/>
                </a:cubicBezTo>
                <a:lnTo>
                  <a:pt x="1001" y="2136"/>
                </a:lnTo>
                <a:cubicBezTo>
                  <a:pt x="1201" y="2136"/>
                  <a:pt x="1468" y="2069"/>
                  <a:pt x="1702" y="1702"/>
                </a:cubicBezTo>
                <a:cubicBezTo>
                  <a:pt x="2035" y="1135"/>
                  <a:pt x="1568" y="468"/>
                  <a:pt x="1068" y="1"/>
                </a:cubicBezTo>
                <a:close/>
              </a:path>
            </a:pathLst>
          </a:custGeom>
          <a:solidFill>
            <a:srgbClr val="2356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6" name="Google Shape;1646;p82"/>
          <p:cNvSpPr/>
          <p:nvPr/>
        </p:nvSpPr>
        <p:spPr>
          <a:xfrm>
            <a:off x="5026063" y="4487125"/>
            <a:ext cx="56725" cy="15025"/>
          </a:xfrm>
          <a:custGeom>
            <a:avLst/>
            <a:gdLst/>
            <a:ahLst/>
            <a:cxnLst/>
            <a:rect l="l" t="t" r="r" b="b"/>
            <a:pathLst>
              <a:path w="2269" h="601" extrusionOk="0">
                <a:moveTo>
                  <a:pt x="301" y="0"/>
                </a:moveTo>
                <a:cubicBezTo>
                  <a:pt x="134" y="0"/>
                  <a:pt x="0" y="134"/>
                  <a:pt x="0" y="300"/>
                </a:cubicBezTo>
                <a:cubicBezTo>
                  <a:pt x="0" y="467"/>
                  <a:pt x="134" y="601"/>
                  <a:pt x="301" y="601"/>
                </a:cubicBezTo>
                <a:lnTo>
                  <a:pt x="1968" y="601"/>
                </a:lnTo>
                <a:cubicBezTo>
                  <a:pt x="2135" y="601"/>
                  <a:pt x="2269" y="467"/>
                  <a:pt x="2269" y="300"/>
                </a:cubicBezTo>
                <a:cubicBezTo>
                  <a:pt x="2269" y="134"/>
                  <a:pt x="2135" y="0"/>
                  <a:pt x="1968" y="0"/>
                </a:cubicBezTo>
                <a:close/>
              </a:path>
            </a:pathLst>
          </a:custGeom>
          <a:solidFill>
            <a:srgbClr val="FCDD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7" name="Google Shape;1647;p82"/>
          <p:cNvSpPr/>
          <p:nvPr/>
        </p:nvSpPr>
        <p:spPr>
          <a:xfrm>
            <a:off x="5056913" y="4492125"/>
            <a:ext cx="21700" cy="40050"/>
          </a:xfrm>
          <a:custGeom>
            <a:avLst/>
            <a:gdLst/>
            <a:ahLst/>
            <a:cxnLst/>
            <a:rect l="l" t="t" r="r" b="b"/>
            <a:pathLst>
              <a:path w="868" h="1602" extrusionOk="0">
                <a:moveTo>
                  <a:pt x="1" y="0"/>
                </a:moveTo>
                <a:lnTo>
                  <a:pt x="868" y="1602"/>
                </a:lnTo>
                <a:lnTo>
                  <a:pt x="868" y="0"/>
                </a:lnTo>
                <a:close/>
              </a:path>
            </a:pathLst>
          </a:custGeom>
          <a:solidFill>
            <a:srgbClr val="FCDD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8" name="Google Shape;1648;p82"/>
          <p:cNvSpPr/>
          <p:nvPr/>
        </p:nvSpPr>
        <p:spPr>
          <a:xfrm>
            <a:off x="5694038" y="4612200"/>
            <a:ext cx="65075" cy="125125"/>
          </a:xfrm>
          <a:custGeom>
            <a:avLst/>
            <a:gdLst/>
            <a:ahLst/>
            <a:cxnLst/>
            <a:rect l="l" t="t" r="r" b="b"/>
            <a:pathLst>
              <a:path w="2603" h="5005" extrusionOk="0">
                <a:moveTo>
                  <a:pt x="1635" y="1"/>
                </a:moveTo>
                <a:cubicBezTo>
                  <a:pt x="868" y="1"/>
                  <a:pt x="267" y="568"/>
                  <a:pt x="234" y="1302"/>
                </a:cubicBezTo>
                <a:lnTo>
                  <a:pt x="67" y="3503"/>
                </a:lnTo>
                <a:cubicBezTo>
                  <a:pt x="0" y="4304"/>
                  <a:pt x="668" y="5004"/>
                  <a:pt x="1468" y="5004"/>
                </a:cubicBezTo>
                <a:lnTo>
                  <a:pt x="2602" y="5004"/>
                </a:lnTo>
                <a:lnTo>
                  <a:pt x="2602" y="1"/>
                </a:ln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9" name="Google Shape;1649;p82"/>
          <p:cNvSpPr/>
          <p:nvPr/>
        </p:nvSpPr>
        <p:spPr>
          <a:xfrm>
            <a:off x="5754088" y="4556800"/>
            <a:ext cx="103425" cy="88125"/>
          </a:xfrm>
          <a:custGeom>
            <a:avLst/>
            <a:gdLst/>
            <a:ahLst/>
            <a:cxnLst/>
            <a:rect l="l" t="t" r="r" b="b"/>
            <a:pathLst>
              <a:path w="4137" h="3525" extrusionOk="0">
                <a:moveTo>
                  <a:pt x="3839" y="0"/>
                </a:moveTo>
                <a:cubicBezTo>
                  <a:pt x="3732" y="0"/>
                  <a:pt x="3636" y="60"/>
                  <a:pt x="3569" y="149"/>
                </a:cubicBezTo>
                <a:cubicBezTo>
                  <a:pt x="3569" y="149"/>
                  <a:pt x="2769" y="1316"/>
                  <a:pt x="1968" y="1983"/>
                </a:cubicBezTo>
                <a:cubicBezTo>
                  <a:pt x="1201" y="2650"/>
                  <a:pt x="300" y="2917"/>
                  <a:pt x="267" y="2917"/>
                </a:cubicBezTo>
                <a:cubicBezTo>
                  <a:pt x="100" y="2951"/>
                  <a:pt x="0" y="3117"/>
                  <a:pt x="67" y="3284"/>
                </a:cubicBezTo>
                <a:cubicBezTo>
                  <a:pt x="96" y="3429"/>
                  <a:pt x="226" y="3524"/>
                  <a:pt x="370" y="3524"/>
                </a:cubicBezTo>
                <a:cubicBezTo>
                  <a:pt x="391" y="3524"/>
                  <a:pt x="412" y="3522"/>
                  <a:pt x="434" y="3518"/>
                </a:cubicBezTo>
                <a:cubicBezTo>
                  <a:pt x="501" y="3484"/>
                  <a:pt x="1468" y="3218"/>
                  <a:pt x="2369" y="2484"/>
                </a:cubicBezTo>
                <a:cubicBezTo>
                  <a:pt x="3236" y="1750"/>
                  <a:pt x="4036" y="549"/>
                  <a:pt x="4070" y="482"/>
                </a:cubicBezTo>
                <a:cubicBezTo>
                  <a:pt x="4103" y="449"/>
                  <a:pt x="4136" y="382"/>
                  <a:pt x="4136" y="349"/>
                </a:cubicBezTo>
                <a:cubicBezTo>
                  <a:pt x="4136" y="215"/>
                  <a:pt x="4103" y="115"/>
                  <a:pt x="4003" y="49"/>
                </a:cubicBezTo>
                <a:cubicBezTo>
                  <a:pt x="3947" y="15"/>
                  <a:pt x="3892" y="0"/>
                  <a:pt x="3839" y="0"/>
                </a:cubicBez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0" name="Google Shape;1650;p82"/>
          <p:cNvSpPr/>
          <p:nvPr/>
        </p:nvSpPr>
        <p:spPr>
          <a:xfrm>
            <a:off x="5754913" y="4584700"/>
            <a:ext cx="82575" cy="60225"/>
          </a:xfrm>
          <a:custGeom>
            <a:avLst/>
            <a:gdLst/>
            <a:ahLst/>
            <a:cxnLst/>
            <a:rect l="l" t="t" r="r" b="b"/>
            <a:pathLst>
              <a:path w="3303" h="2409" extrusionOk="0">
                <a:moveTo>
                  <a:pt x="2803" y="0"/>
                </a:moveTo>
                <a:cubicBezTo>
                  <a:pt x="2536" y="300"/>
                  <a:pt x="2235" y="634"/>
                  <a:pt x="1935" y="867"/>
                </a:cubicBezTo>
                <a:cubicBezTo>
                  <a:pt x="1168" y="1534"/>
                  <a:pt x="267" y="1801"/>
                  <a:pt x="267" y="1801"/>
                </a:cubicBezTo>
                <a:cubicBezTo>
                  <a:pt x="101" y="1835"/>
                  <a:pt x="1" y="2001"/>
                  <a:pt x="34" y="2168"/>
                </a:cubicBezTo>
                <a:cubicBezTo>
                  <a:pt x="63" y="2313"/>
                  <a:pt x="193" y="2408"/>
                  <a:pt x="359" y="2408"/>
                </a:cubicBezTo>
                <a:cubicBezTo>
                  <a:pt x="383" y="2408"/>
                  <a:pt x="408" y="2406"/>
                  <a:pt x="434" y="2402"/>
                </a:cubicBezTo>
                <a:cubicBezTo>
                  <a:pt x="468" y="2368"/>
                  <a:pt x="1468" y="2102"/>
                  <a:pt x="2336" y="1368"/>
                </a:cubicBezTo>
                <a:cubicBezTo>
                  <a:pt x="2702" y="1067"/>
                  <a:pt x="3003" y="701"/>
                  <a:pt x="3303" y="400"/>
                </a:cubicBezTo>
                <a:cubicBezTo>
                  <a:pt x="3270" y="367"/>
                  <a:pt x="3236" y="334"/>
                  <a:pt x="3203" y="334"/>
                </a:cubicBezTo>
                <a:cubicBezTo>
                  <a:pt x="3036" y="234"/>
                  <a:pt x="2903" y="133"/>
                  <a:pt x="2803" y="0"/>
                </a:cubicBezTo>
                <a:close/>
              </a:path>
            </a:pathLst>
          </a:custGeom>
          <a:solidFill>
            <a:srgbClr val="2356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1" name="Google Shape;1651;p82"/>
          <p:cNvSpPr/>
          <p:nvPr/>
        </p:nvSpPr>
        <p:spPr>
          <a:xfrm>
            <a:off x="5743238" y="4729800"/>
            <a:ext cx="47550" cy="195150"/>
          </a:xfrm>
          <a:custGeom>
            <a:avLst/>
            <a:gdLst/>
            <a:ahLst/>
            <a:cxnLst/>
            <a:rect l="l" t="t" r="r" b="b"/>
            <a:pathLst>
              <a:path w="1902" h="7806" extrusionOk="0">
                <a:moveTo>
                  <a:pt x="1201" y="0"/>
                </a:moveTo>
                <a:lnTo>
                  <a:pt x="1" y="267"/>
                </a:lnTo>
                <a:cubicBezTo>
                  <a:pt x="1" y="267"/>
                  <a:pt x="468" y="2402"/>
                  <a:pt x="534" y="4603"/>
                </a:cubicBezTo>
                <a:cubicBezTo>
                  <a:pt x="601" y="6605"/>
                  <a:pt x="634" y="7806"/>
                  <a:pt x="634" y="7806"/>
                </a:cubicBezTo>
                <a:lnTo>
                  <a:pt x="1902" y="7772"/>
                </a:lnTo>
                <a:cubicBezTo>
                  <a:pt x="1902" y="7772"/>
                  <a:pt x="1869" y="6572"/>
                  <a:pt x="1802" y="4537"/>
                </a:cubicBezTo>
                <a:cubicBezTo>
                  <a:pt x="1702" y="2235"/>
                  <a:pt x="1235" y="67"/>
                  <a:pt x="1201" y="0"/>
                </a:cubicBezTo>
                <a:close/>
              </a:path>
            </a:pathLst>
          </a:custGeom>
          <a:solidFill>
            <a:srgbClr val="3535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2" name="Google Shape;1652;p82"/>
          <p:cNvSpPr/>
          <p:nvPr/>
        </p:nvSpPr>
        <p:spPr>
          <a:xfrm>
            <a:off x="5684863" y="4734800"/>
            <a:ext cx="63400" cy="185150"/>
          </a:xfrm>
          <a:custGeom>
            <a:avLst/>
            <a:gdLst/>
            <a:ahLst/>
            <a:cxnLst/>
            <a:rect l="l" t="t" r="r" b="b"/>
            <a:pathLst>
              <a:path w="2536" h="7406" extrusionOk="0">
                <a:moveTo>
                  <a:pt x="2369" y="0"/>
                </a:moveTo>
                <a:lnTo>
                  <a:pt x="1101" y="134"/>
                </a:lnTo>
                <a:cubicBezTo>
                  <a:pt x="1135" y="134"/>
                  <a:pt x="1268" y="2035"/>
                  <a:pt x="1001" y="3870"/>
                </a:cubicBezTo>
                <a:cubicBezTo>
                  <a:pt x="834" y="5104"/>
                  <a:pt x="34" y="6872"/>
                  <a:pt x="1" y="6905"/>
                </a:cubicBezTo>
                <a:lnTo>
                  <a:pt x="1168" y="7406"/>
                </a:lnTo>
                <a:cubicBezTo>
                  <a:pt x="1201" y="7339"/>
                  <a:pt x="2069" y="5438"/>
                  <a:pt x="2269" y="4037"/>
                </a:cubicBezTo>
                <a:cubicBezTo>
                  <a:pt x="2536" y="2002"/>
                  <a:pt x="2369" y="0"/>
                  <a:pt x="2369" y="0"/>
                </a:cubicBezTo>
                <a:close/>
              </a:path>
            </a:pathLst>
          </a:custGeom>
          <a:solidFill>
            <a:srgbClr val="3535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3" name="Google Shape;1653;p82"/>
          <p:cNvSpPr/>
          <p:nvPr/>
        </p:nvSpPr>
        <p:spPr>
          <a:xfrm>
            <a:off x="5763263" y="4920750"/>
            <a:ext cx="39200" cy="18375"/>
          </a:xfrm>
          <a:custGeom>
            <a:avLst/>
            <a:gdLst/>
            <a:ahLst/>
            <a:cxnLst/>
            <a:rect l="l" t="t" r="r" b="b"/>
            <a:pathLst>
              <a:path w="1568" h="735" extrusionOk="0">
                <a:moveTo>
                  <a:pt x="33" y="1"/>
                </a:moveTo>
                <a:lnTo>
                  <a:pt x="33" y="201"/>
                </a:lnTo>
                <a:cubicBezTo>
                  <a:pt x="0" y="401"/>
                  <a:pt x="134" y="568"/>
                  <a:pt x="334" y="601"/>
                </a:cubicBezTo>
                <a:lnTo>
                  <a:pt x="1535" y="735"/>
                </a:lnTo>
                <a:cubicBezTo>
                  <a:pt x="1568" y="435"/>
                  <a:pt x="1334" y="134"/>
                  <a:pt x="1034" y="101"/>
                </a:cubicBezTo>
                <a:lnTo>
                  <a:pt x="33" y="1"/>
                </a:lnTo>
                <a:close/>
              </a:path>
            </a:pathLst>
          </a:custGeom>
          <a:solidFill>
            <a:srgbClr val="3535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4" name="Google Shape;1654;p82"/>
          <p:cNvSpPr/>
          <p:nvPr/>
        </p:nvSpPr>
        <p:spPr>
          <a:xfrm>
            <a:off x="5688188" y="4904075"/>
            <a:ext cx="35050" cy="31725"/>
          </a:xfrm>
          <a:custGeom>
            <a:avLst/>
            <a:gdLst/>
            <a:ahLst/>
            <a:cxnLst/>
            <a:rect l="l" t="t" r="r" b="b"/>
            <a:pathLst>
              <a:path w="1402" h="1269" extrusionOk="0">
                <a:moveTo>
                  <a:pt x="201" y="1"/>
                </a:moveTo>
                <a:lnTo>
                  <a:pt x="101" y="168"/>
                </a:lnTo>
                <a:cubicBezTo>
                  <a:pt x="1" y="368"/>
                  <a:pt x="68" y="601"/>
                  <a:pt x="234" y="701"/>
                </a:cubicBezTo>
                <a:lnTo>
                  <a:pt x="1269" y="1268"/>
                </a:lnTo>
                <a:cubicBezTo>
                  <a:pt x="1402" y="1002"/>
                  <a:pt x="1302" y="635"/>
                  <a:pt x="1035" y="501"/>
                </a:cubicBezTo>
                <a:lnTo>
                  <a:pt x="201" y="1"/>
                </a:lnTo>
                <a:close/>
              </a:path>
            </a:pathLst>
          </a:custGeom>
          <a:solidFill>
            <a:srgbClr val="3535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5" name="Google Shape;1655;p82"/>
          <p:cNvSpPr/>
          <p:nvPr/>
        </p:nvSpPr>
        <p:spPr>
          <a:xfrm>
            <a:off x="5714888" y="4714775"/>
            <a:ext cx="67575" cy="54225"/>
          </a:xfrm>
          <a:custGeom>
            <a:avLst/>
            <a:gdLst/>
            <a:ahLst/>
            <a:cxnLst/>
            <a:rect l="l" t="t" r="r" b="b"/>
            <a:pathLst>
              <a:path w="2703" h="2169" extrusionOk="0">
                <a:moveTo>
                  <a:pt x="0" y="1"/>
                </a:moveTo>
                <a:lnTo>
                  <a:pt x="0" y="2169"/>
                </a:lnTo>
                <a:lnTo>
                  <a:pt x="2602" y="2036"/>
                </a:lnTo>
                <a:lnTo>
                  <a:pt x="2702" y="1"/>
                </a:lnTo>
                <a:close/>
              </a:path>
            </a:pathLst>
          </a:custGeom>
          <a:solidFill>
            <a:srgbClr val="3535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6" name="Google Shape;1656;p82"/>
          <p:cNvSpPr/>
          <p:nvPr/>
        </p:nvSpPr>
        <p:spPr>
          <a:xfrm>
            <a:off x="5709038" y="4614800"/>
            <a:ext cx="80100" cy="124200"/>
          </a:xfrm>
          <a:custGeom>
            <a:avLst/>
            <a:gdLst/>
            <a:ahLst/>
            <a:cxnLst/>
            <a:rect l="l" t="t" r="r" b="b"/>
            <a:pathLst>
              <a:path w="3204" h="4968" extrusionOk="0">
                <a:moveTo>
                  <a:pt x="1548" y="1"/>
                </a:moveTo>
                <a:cubicBezTo>
                  <a:pt x="1260" y="1"/>
                  <a:pt x="972" y="76"/>
                  <a:pt x="835" y="230"/>
                </a:cubicBezTo>
                <a:cubicBezTo>
                  <a:pt x="1" y="1198"/>
                  <a:pt x="168" y="4967"/>
                  <a:pt x="168" y="4967"/>
                </a:cubicBezTo>
                <a:lnTo>
                  <a:pt x="2970" y="4967"/>
                </a:lnTo>
                <a:cubicBezTo>
                  <a:pt x="2970" y="4967"/>
                  <a:pt x="3203" y="1031"/>
                  <a:pt x="2236" y="197"/>
                </a:cubicBezTo>
                <a:cubicBezTo>
                  <a:pt x="2090" y="68"/>
                  <a:pt x="1819" y="1"/>
                  <a:pt x="1548" y="1"/>
                </a:cubicBezTo>
                <a:close/>
              </a:path>
            </a:pathLst>
          </a:custGeom>
          <a:solidFill>
            <a:srgbClr val="2356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7" name="Google Shape;1657;p82"/>
          <p:cNvSpPr/>
          <p:nvPr/>
        </p:nvSpPr>
        <p:spPr>
          <a:xfrm>
            <a:off x="5729888" y="4614800"/>
            <a:ext cx="40900" cy="36625"/>
          </a:xfrm>
          <a:custGeom>
            <a:avLst/>
            <a:gdLst/>
            <a:ahLst/>
            <a:cxnLst/>
            <a:rect l="l" t="t" r="r" b="b"/>
            <a:pathLst>
              <a:path w="1636" h="1465" extrusionOk="0">
                <a:moveTo>
                  <a:pt x="714" y="1"/>
                </a:moveTo>
                <a:cubicBezTo>
                  <a:pt x="426" y="1"/>
                  <a:pt x="138" y="76"/>
                  <a:pt x="1" y="230"/>
                </a:cubicBezTo>
                <a:cubicBezTo>
                  <a:pt x="368" y="631"/>
                  <a:pt x="1102" y="1465"/>
                  <a:pt x="1102" y="1465"/>
                </a:cubicBezTo>
                <a:lnTo>
                  <a:pt x="1635" y="431"/>
                </a:lnTo>
                <a:cubicBezTo>
                  <a:pt x="1569" y="330"/>
                  <a:pt x="1469" y="264"/>
                  <a:pt x="1402" y="197"/>
                </a:cubicBezTo>
                <a:cubicBezTo>
                  <a:pt x="1256" y="68"/>
                  <a:pt x="985" y="1"/>
                  <a:pt x="71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8" name="Google Shape;1658;p82"/>
          <p:cNvSpPr/>
          <p:nvPr/>
        </p:nvSpPr>
        <p:spPr>
          <a:xfrm>
            <a:off x="5741563" y="4603875"/>
            <a:ext cx="19225" cy="28375"/>
          </a:xfrm>
          <a:custGeom>
            <a:avLst/>
            <a:gdLst/>
            <a:ahLst/>
            <a:cxnLst/>
            <a:rect l="l" t="t" r="r" b="b"/>
            <a:pathLst>
              <a:path w="769" h="1135" extrusionOk="0">
                <a:moveTo>
                  <a:pt x="1" y="0"/>
                </a:moveTo>
                <a:lnTo>
                  <a:pt x="1" y="734"/>
                </a:lnTo>
                <a:cubicBezTo>
                  <a:pt x="1" y="968"/>
                  <a:pt x="168" y="1134"/>
                  <a:pt x="368" y="1134"/>
                </a:cubicBezTo>
                <a:cubicBezTo>
                  <a:pt x="568" y="1134"/>
                  <a:pt x="768" y="968"/>
                  <a:pt x="768" y="734"/>
                </a:cubicBezTo>
                <a:lnTo>
                  <a:pt x="768" y="0"/>
                </a:ln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9" name="Google Shape;1659;p82"/>
          <p:cNvSpPr/>
          <p:nvPr/>
        </p:nvSpPr>
        <p:spPr>
          <a:xfrm>
            <a:off x="5730738" y="4550500"/>
            <a:ext cx="45875" cy="60900"/>
          </a:xfrm>
          <a:custGeom>
            <a:avLst/>
            <a:gdLst/>
            <a:ahLst/>
            <a:cxnLst/>
            <a:rect l="l" t="t" r="r" b="b"/>
            <a:pathLst>
              <a:path w="1835" h="2436" extrusionOk="0">
                <a:moveTo>
                  <a:pt x="0" y="0"/>
                </a:moveTo>
                <a:lnTo>
                  <a:pt x="0" y="1668"/>
                </a:lnTo>
                <a:cubicBezTo>
                  <a:pt x="0" y="2069"/>
                  <a:pt x="334" y="2435"/>
                  <a:pt x="734" y="2435"/>
                </a:cubicBezTo>
                <a:lnTo>
                  <a:pt x="1068" y="2435"/>
                </a:lnTo>
                <a:cubicBezTo>
                  <a:pt x="1501" y="2435"/>
                  <a:pt x="1835" y="2069"/>
                  <a:pt x="1835" y="1668"/>
                </a:cubicBezTo>
                <a:lnTo>
                  <a:pt x="1835" y="0"/>
                </a:ln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0" name="Google Shape;1660;p82"/>
          <p:cNvSpPr/>
          <p:nvPr/>
        </p:nvSpPr>
        <p:spPr>
          <a:xfrm>
            <a:off x="5761588" y="4616375"/>
            <a:ext cx="30050" cy="94250"/>
          </a:xfrm>
          <a:custGeom>
            <a:avLst/>
            <a:gdLst/>
            <a:ahLst/>
            <a:cxnLst/>
            <a:rect l="l" t="t" r="r" b="b"/>
            <a:pathLst>
              <a:path w="1202" h="3770" extrusionOk="0">
                <a:moveTo>
                  <a:pt x="234" y="1"/>
                </a:moveTo>
                <a:lnTo>
                  <a:pt x="0" y="34"/>
                </a:lnTo>
                <a:cubicBezTo>
                  <a:pt x="0" y="34"/>
                  <a:pt x="501" y="701"/>
                  <a:pt x="701" y="1902"/>
                </a:cubicBezTo>
                <a:cubicBezTo>
                  <a:pt x="868" y="3069"/>
                  <a:pt x="868" y="3770"/>
                  <a:pt x="868" y="3770"/>
                </a:cubicBezTo>
                <a:cubicBezTo>
                  <a:pt x="901" y="3703"/>
                  <a:pt x="1201" y="3170"/>
                  <a:pt x="1068" y="1869"/>
                </a:cubicBezTo>
                <a:cubicBezTo>
                  <a:pt x="934" y="501"/>
                  <a:pt x="234" y="34"/>
                  <a:pt x="234" y="1"/>
                </a:cubicBez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1" name="Google Shape;1661;p82"/>
          <p:cNvSpPr/>
          <p:nvPr/>
        </p:nvSpPr>
        <p:spPr>
          <a:xfrm>
            <a:off x="5729888" y="4541325"/>
            <a:ext cx="52575" cy="15875"/>
          </a:xfrm>
          <a:custGeom>
            <a:avLst/>
            <a:gdLst/>
            <a:ahLst/>
            <a:cxnLst/>
            <a:rect l="l" t="t" r="r" b="b"/>
            <a:pathLst>
              <a:path w="2103" h="635" extrusionOk="0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1769" y="634"/>
                </a:lnTo>
                <a:cubicBezTo>
                  <a:pt x="1969" y="634"/>
                  <a:pt x="2102" y="501"/>
                  <a:pt x="2102" y="334"/>
                </a:cubicBezTo>
                <a:cubicBezTo>
                  <a:pt x="2102" y="134"/>
                  <a:pt x="1969" y="0"/>
                  <a:pt x="1769" y="0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2" name="Google Shape;1662;p82"/>
          <p:cNvSpPr/>
          <p:nvPr/>
        </p:nvSpPr>
        <p:spPr>
          <a:xfrm>
            <a:off x="5729888" y="4547150"/>
            <a:ext cx="21725" cy="39225"/>
          </a:xfrm>
          <a:custGeom>
            <a:avLst/>
            <a:gdLst/>
            <a:ahLst/>
            <a:cxnLst/>
            <a:rect l="l" t="t" r="r" b="b"/>
            <a:pathLst>
              <a:path w="869" h="1569" extrusionOk="0">
                <a:moveTo>
                  <a:pt x="1" y="1"/>
                </a:moveTo>
                <a:lnTo>
                  <a:pt x="1" y="1569"/>
                </a:lnTo>
                <a:lnTo>
                  <a:pt x="868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3" name="Google Shape;1663;p82"/>
          <p:cNvSpPr/>
          <p:nvPr/>
        </p:nvSpPr>
        <p:spPr>
          <a:xfrm>
            <a:off x="5671513" y="4688925"/>
            <a:ext cx="25875" cy="55225"/>
          </a:xfrm>
          <a:custGeom>
            <a:avLst/>
            <a:gdLst/>
            <a:ahLst/>
            <a:cxnLst/>
            <a:rect l="l" t="t" r="r" b="b"/>
            <a:pathLst>
              <a:path w="1035" h="2209" extrusionOk="0">
                <a:moveTo>
                  <a:pt x="468" y="1"/>
                </a:moveTo>
                <a:cubicBezTo>
                  <a:pt x="168" y="901"/>
                  <a:pt x="34" y="1802"/>
                  <a:pt x="34" y="1869"/>
                </a:cubicBezTo>
                <a:cubicBezTo>
                  <a:pt x="1" y="1902"/>
                  <a:pt x="34" y="1969"/>
                  <a:pt x="34" y="2002"/>
                </a:cubicBezTo>
                <a:cubicBezTo>
                  <a:pt x="68" y="2102"/>
                  <a:pt x="168" y="2202"/>
                  <a:pt x="301" y="2202"/>
                </a:cubicBezTo>
                <a:cubicBezTo>
                  <a:pt x="322" y="2206"/>
                  <a:pt x="343" y="2209"/>
                  <a:pt x="363" y="2209"/>
                </a:cubicBezTo>
                <a:cubicBezTo>
                  <a:pt x="500" y="2209"/>
                  <a:pt x="606" y="2110"/>
                  <a:pt x="635" y="1935"/>
                </a:cubicBezTo>
                <a:cubicBezTo>
                  <a:pt x="635" y="1935"/>
                  <a:pt x="768" y="1135"/>
                  <a:pt x="1035" y="301"/>
                </a:cubicBezTo>
                <a:cubicBezTo>
                  <a:pt x="1002" y="301"/>
                  <a:pt x="968" y="268"/>
                  <a:pt x="935" y="234"/>
                </a:cubicBezTo>
                <a:cubicBezTo>
                  <a:pt x="768" y="167"/>
                  <a:pt x="635" y="67"/>
                  <a:pt x="468" y="1"/>
                </a:cubicBez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4" name="Google Shape;1664;p82"/>
          <p:cNvSpPr/>
          <p:nvPr/>
        </p:nvSpPr>
        <p:spPr>
          <a:xfrm>
            <a:off x="5678188" y="4626775"/>
            <a:ext cx="58400" cy="81350"/>
          </a:xfrm>
          <a:custGeom>
            <a:avLst/>
            <a:gdLst/>
            <a:ahLst/>
            <a:cxnLst/>
            <a:rect l="l" t="t" r="r" b="b"/>
            <a:pathLst>
              <a:path w="2336" h="3254" extrusionOk="0">
                <a:moveTo>
                  <a:pt x="1969" y="0"/>
                </a:moveTo>
                <a:cubicBezTo>
                  <a:pt x="1898" y="0"/>
                  <a:pt x="1827" y="26"/>
                  <a:pt x="1769" y="85"/>
                </a:cubicBezTo>
                <a:cubicBezTo>
                  <a:pt x="1735" y="85"/>
                  <a:pt x="935" y="785"/>
                  <a:pt x="468" y="1820"/>
                </a:cubicBezTo>
                <a:cubicBezTo>
                  <a:pt x="268" y="2220"/>
                  <a:pt x="134" y="2687"/>
                  <a:pt x="1" y="3120"/>
                </a:cubicBezTo>
                <a:lnTo>
                  <a:pt x="134" y="3120"/>
                </a:lnTo>
                <a:cubicBezTo>
                  <a:pt x="301" y="3154"/>
                  <a:pt x="468" y="3187"/>
                  <a:pt x="634" y="3254"/>
                </a:cubicBezTo>
                <a:cubicBezTo>
                  <a:pt x="735" y="2887"/>
                  <a:pt x="868" y="2453"/>
                  <a:pt x="1035" y="2086"/>
                </a:cubicBezTo>
                <a:cubicBezTo>
                  <a:pt x="1468" y="1152"/>
                  <a:pt x="2169" y="552"/>
                  <a:pt x="2169" y="552"/>
                </a:cubicBezTo>
                <a:cubicBezTo>
                  <a:pt x="2302" y="452"/>
                  <a:pt x="2336" y="252"/>
                  <a:pt x="2202" y="118"/>
                </a:cubicBezTo>
                <a:cubicBezTo>
                  <a:pt x="2146" y="43"/>
                  <a:pt x="2058" y="0"/>
                  <a:pt x="1969" y="0"/>
                </a:cubicBezTo>
                <a:close/>
              </a:path>
            </a:pathLst>
          </a:custGeom>
          <a:solidFill>
            <a:srgbClr val="2356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5" name="Google Shape;1665;p82"/>
          <p:cNvSpPr/>
          <p:nvPr/>
        </p:nvSpPr>
        <p:spPr>
          <a:xfrm>
            <a:off x="5705713" y="4614700"/>
            <a:ext cx="38375" cy="105100"/>
          </a:xfrm>
          <a:custGeom>
            <a:avLst/>
            <a:gdLst/>
            <a:ahLst/>
            <a:cxnLst/>
            <a:rect l="l" t="t" r="r" b="b"/>
            <a:pathLst>
              <a:path w="1535" h="4204" extrusionOk="0">
                <a:moveTo>
                  <a:pt x="801" y="1"/>
                </a:moveTo>
                <a:lnTo>
                  <a:pt x="534" y="268"/>
                </a:lnTo>
                <a:cubicBezTo>
                  <a:pt x="534" y="268"/>
                  <a:pt x="1068" y="868"/>
                  <a:pt x="1135" y="1769"/>
                </a:cubicBezTo>
                <a:cubicBezTo>
                  <a:pt x="1168" y="2636"/>
                  <a:pt x="34" y="3937"/>
                  <a:pt x="0" y="3937"/>
                </a:cubicBezTo>
                <a:lnTo>
                  <a:pt x="267" y="4204"/>
                </a:lnTo>
                <a:cubicBezTo>
                  <a:pt x="334" y="4137"/>
                  <a:pt x="1535" y="2770"/>
                  <a:pt x="1468" y="1735"/>
                </a:cubicBezTo>
                <a:cubicBezTo>
                  <a:pt x="1435" y="735"/>
                  <a:pt x="801" y="34"/>
                  <a:pt x="801" y="1"/>
                </a:cubicBezTo>
                <a:close/>
              </a:path>
            </a:pathLst>
          </a:custGeom>
          <a:solidFill>
            <a:srgbClr val="94DF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6" name="Google Shape;1666;p82"/>
          <p:cNvSpPr/>
          <p:nvPr/>
        </p:nvSpPr>
        <p:spPr>
          <a:xfrm>
            <a:off x="6197738" y="4607825"/>
            <a:ext cx="110100" cy="54850"/>
          </a:xfrm>
          <a:custGeom>
            <a:avLst/>
            <a:gdLst/>
            <a:ahLst/>
            <a:cxnLst/>
            <a:rect l="l" t="t" r="r" b="b"/>
            <a:pathLst>
              <a:path w="4404" h="2194" extrusionOk="0">
                <a:moveTo>
                  <a:pt x="4054" y="1"/>
                </a:moveTo>
                <a:cubicBezTo>
                  <a:pt x="3917" y="1"/>
                  <a:pt x="3792" y="70"/>
                  <a:pt x="3736" y="209"/>
                </a:cubicBezTo>
                <a:cubicBezTo>
                  <a:pt x="3736" y="209"/>
                  <a:pt x="3569" y="1177"/>
                  <a:pt x="2569" y="1510"/>
                </a:cubicBezTo>
                <a:cubicBezTo>
                  <a:pt x="2422" y="1561"/>
                  <a:pt x="2272" y="1582"/>
                  <a:pt x="2122" y="1582"/>
                </a:cubicBezTo>
                <a:cubicBezTo>
                  <a:pt x="1283" y="1582"/>
                  <a:pt x="462" y="910"/>
                  <a:pt x="434" y="910"/>
                </a:cubicBezTo>
                <a:cubicBezTo>
                  <a:pt x="405" y="895"/>
                  <a:pt x="374" y="889"/>
                  <a:pt x="341" y="889"/>
                </a:cubicBezTo>
                <a:cubicBezTo>
                  <a:pt x="221" y="889"/>
                  <a:pt x="86" y="979"/>
                  <a:pt x="34" y="1110"/>
                </a:cubicBezTo>
                <a:cubicBezTo>
                  <a:pt x="0" y="1210"/>
                  <a:pt x="34" y="1310"/>
                  <a:pt x="100" y="1410"/>
                </a:cubicBezTo>
                <a:cubicBezTo>
                  <a:pt x="134" y="1443"/>
                  <a:pt x="167" y="1477"/>
                  <a:pt x="234" y="1510"/>
                </a:cubicBezTo>
                <a:cubicBezTo>
                  <a:pt x="290" y="1510"/>
                  <a:pt x="1289" y="2194"/>
                  <a:pt x="2259" y="2194"/>
                </a:cubicBezTo>
                <a:cubicBezTo>
                  <a:pt x="2444" y="2194"/>
                  <a:pt x="2627" y="2169"/>
                  <a:pt x="2802" y="2111"/>
                </a:cubicBezTo>
                <a:cubicBezTo>
                  <a:pt x="3903" y="1710"/>
                  <a:pt x="4337" y="443"/>
                  <a:pt x="4337" y="409"/>
                </a:cubicBezTo>
                <a:cubicBezTo>
                  <a:pt x="4403" y="243"/>
                  <a:pt x="4303" y="76"/>
                  <a:pt x="4136" y="9"/>
                </a:cubicBezTo>
                <a:cubicBezTo>
                  <a:pt x="4109" y="3"/>
                  <a:pt x="4081" y="1"/>
                  <a:pt x="4054" y="1"/>
                </a:cubicBez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7" name="Google Shape;1667;p82"/>
          <p:cNvSpPr/>
          <p:nvPr/>
        </p:nvSpPr>
        <p:spPr>
          <a:xfrm>
            <a:off x="6222738" y="4607825"/>
            <a:ext cx="85100" cy="54850"/>
          </a:xfrm>
          <a:custGeom>
            <a:avLst/>
            <a:gdLst/>
            <a:ahLst/>
            <a:cxnLst/>
            <a:rect l="l" t="t" r="r" b="b"/>
            <a:pathLst>
              <a:path w="3404" h="2194" extrusionOk="0">
                <a:moveTo>
                  <a:pt x="3054" y="1"/>
                </a:moveTo>
                <a:cubicBezTo>
                  <a:pt x="2918" y="1"/>
                  <a:pt x="2797" y="70"/>
                  <a:pt x="2770" y="209"/>
                </a:cubicBezTo>
                <a:cubicBezTo>
                  <a:pt x="2736" y="243"/>
                  <a:pt x="2569" y="1177"/>
                  <a:pt x="1602" y="1510"/>
                </a:cubicBezTo>
                <a:cubicBezTo>
                  <a:pt x="1444" y="1563"/>
                  <a:pt x="1282" y="1586"/>
                  <a:pt x="1121" y="1586"/>
                </a:cubicBezTo>
                <a:cubicBezTo>
                  <a:pt x="774" y="1586"/>
                  <a:pt x="431" y="1480"/>
                  <a:pt x="134" y="1343"/>
                </a:cubicBezTo>
                <a:cubicBezTo>
                  <a:pt x="101" y="1543"/>
                  <a:pt x="68" y="1710"/>
                  <a:pt x="1" y="1910"/>
                </a:cubicBezTo>
                <a:cubicBezTo>
                  <a:pt x="378" y="2052"/>
                  <a:pt x="822" y="2193"/>
                  <a:pt x="1262" y="2193"/>
                </a:cubicBezTo>
                <a:cubicBezTo>
                  <a:pt x="1445" y="2193"/>
                  <a:pt x="1626" y="2169"/>
                  <a:pt x="1802" y="2111"/>
                </a:cubicBezTo>
                <a:cubicBezTo>
                  <a:pt x="2903" y="1744"/>
                  <a:pt x="3337" y="443"/>
                  <a:pt x="3337" y="409"/>
                </a:cubicBezTo>
                <a:cubicBezTo>
                  <a:pt x="3403" y="243"/>
                  <a:pt x="3303" y="76"/>
                  <a:pt x="3136" y="9"/>
                </a:cubicBezTo>
                <a:cubicBezTo>
                  <a:pt x="3109" y="3"/>
                  <a:pt x="3081" y="1"/>
                  <a:pt x="3054" y="1"/>
                </a:cubicBezTo>
                <a:close/>
              </a:path>
            </a:pathLst>
          </a:custGeom>
          <a:solidFill>
            <a:srgbClr val="2356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8" name="Google Shape;1668;p82"/>
          <p:cNvSpPr/>
          <p:nvPr/>
        </p:nvSpPr>
        <p:spPr>
          <a:xfrm>
            <a:off x="6306963" y="4591875"/>
            <a:ext cx="77600" cy="127100"/>
          </a:xfrm>
          <a:custGeom>
            <a:avLst/>
            <a:gdLst/>
            <a:ahLst/>
            <a:cxnLst/>
            <a:rect l="l" t="t" r="r" b="b"/>
            <a:pathLst>
              <a:path w="3104" h="5084" extrusionOk="0">
                <a:moveTo>
                  <a:pt x="1155" y="0"/>
                </a:moveTo>
                <a:cubicBezTo>
                  <a:pt x="1094" y="0"/>
                  <a:pt x="1031" y="5"/>
                  <a:pt x="968" y="13"/>
                </a:cubicBezTo>
                <a:lnTo>
                  <a:pt x="1" y="113"/>
                </a:lnTo>
                <a:lnTo>
                  <a:pt x="635" y="5084"/>
                </a:lnTo>
                <a:lnTo>
                  <a:pt x="1769" y="4950"/>
                </a:lnTo>
                <a:cubicBezTo>
                  <a:pt x="2569" y="4850"/>
                  <a:pt x="3103" y="4083"/>
                  <a:pt x="2970" y="3282"/>
                </a:cubicBezTo>
                <a:lnTo>
                  <a:pt x="2536" y="1114"/>
                </a:lnTo>
                <a:cubicBezTo>
                  <a:pt x="2384" y="474"/>
                  <a:pt x="1813" y="0"/>
                  <a:pt x="1155" y="0"/>
                </a:cubicBezTo>
                <a:close/>
              </a:path>
            </a:pathLst>
          </a:custGeom>
          <a:solidFill>
            <a:srgbClr val="678A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9" name="Google Shape;1669;p82"/>
          <p:cNvSpPr/>
          <p:nvPr/>
        </p:nvSpPr>
        <p:spPr>
          <a:xfrm>
            <a:off x="6265288" y="4697275"/>
            <a:ext cx="85075" cy="193500"/>
          </a:xfrm>
          <a:custGeom>
            <a:avLst/>
            <a:gdLst/>
            <a:ahLst/>
            <a:cxnLst/>
            <a:rect l="l" t="t" r="r" b="b"/>
            <a:pathLst>
              <a:path w="3403" h="7740" extrusionOk="0">
                <a:moveTo>
                  <a:pt x="2635" y="0"/>
                </a:moveTo>
                <a:cubicBezTo>
                  <a:pt x="2535" y="67"/>
                  <a:pt x="0" y="2035"/>
                  <a:pt x="667" y="4604"/>
                </a:cubicBezTo>
                <a:cubicBezTo>
                  <a:pt x="1168" y="6572"/>
                  <a:pt x="1501" y="7739"/>
                  <a:pt x="1501" y="7739"/>
                </a:cubicBezTo>
                <a:lnTo>
                  <a:pt x="2702" y="7406"/>
                </a:lnTo>
                <a:cubicBezTo>
                  <a:pt x="2702" y="7372"/>
                  <a:pt x="2402" y="6238"/>
                  <a:pt x="1868" y="4303"/>
                </a:cubicBezTo>
                <a:cubicBezTo>
                  <a:pt x="1434" y="2535"/>
                  <a:pt x="3369" y="1001"/>
                  <a:pt x="3403" y="1001"/>
                </a:cubicBezTo>
                <a:lnTo>
                  <a:pt x="2635" y="0"/>
                </a:lnTo>
                <a:close/>
              </a:path>
            </a:pathLst>
          </a:custGeom>
          <a:solidFill>
            <a:srgbClr val="3535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0" name="Google Shape;1670;p82"/>
          <p:cNvSpPr/>
          <p:nvPr/>
        </p:nvSpPr>
        <p:spPr>
          <a:xfrm>
            <a:off x="6327813" y="4695600"/>
            <a:ext cx="161825" cy="108425"/>
          </a:xfrm>
          <a:custGeom>
            <a:avLst/>
            <a:gdLst/>
            <a:ahLst/>
            <a:cxnLst/>
            <a:rect l="l" t="t" r="r" b="b"/>
            <a:pathLst>
              <a:path w="6473" h="4337" extrusionOk="0">
                <a:moveTo>
                  <a:pt x="1235" y="1"/>
                </a:moveTo>
                <a:lnTo>
                  <a:pt x="1" y="334"/>
                </a:lnTo>
                <a:cubicBezTo>
                  <a:pt x="168" y="1301"/>
                  <a:pt x="801" y="3703"/>
                  <a:pt x="2736" y="4237"/>
                </a:cubicBezTo>
                <a:cubicBezTo>
                  <a:pt x="2970" y="4304"/>
                  <a:pt x="3270" y="4337"/>
                  <a:pt x="3537" y="4337"/>
                </a:cubicBezTo>
                <a:cubicBezTo>
                  <a:pt x="4871" y="4337"/>
                  <a:pt x="6272" y="3670"/>
                  <a:pt x="6472" y="3570"/>
                </a:cubicBezTo>
                <a:lnTo>
                  <a:pt x="5905" y="2436"/>
                </a:lnTo>
                <a:cubicBezTo>
                  <a:pt x="5520" y="2628"/>
                  <a:pt x="4433" y="3070"/>
                  <a:pt x="3577" y="3070"/>
                </a:cubicBezTo>
                <a:cubicBezTo>
                  <a:pt x="3394" y="3070"/>
                  <a:pt x="3222" y="3050"/>
                  <a:pt x="3070" y="3003"/>
                </a:cubicBezTo>
                <a:cubicBezTo>
                  <a:pt x="2036" y="2736"/>
                  <a:pt x="1469" y="1335"/>
                  <a:pt x="1235" y="101"/>
                </a:cubicBezTo>
                <a:lnTo>
                  <a:pt x="1235" y="1"/>
                </a:lnTo>
                <a:close/>
              </a:path>
            </a:pathLst>
          </a:custGeom>
          <a:solidFill>
            <a:srgbClr val="3535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1" name="Google Shape;1671;p82"/>
          <p:cNvSpPr/>
          <p:nvPr/>
        </p:nvSpPr>
        <p:spPr>
          <a:xfrm>
            <a:off x="6293638" y="4879900"/>
            <a:ext cx="37550" cy="28375"/>
          </a:xfrm>
          <a:custGeom>
            <a:avLst/>
            <a:gdLst/>
            <a:ahLst/>
            <a:cxnLst/>
            <a:rect l="l" t="t" r="r" b="b"/>
            <a:pathLst>
              <a:path w="1502" h="1135" extrusionOk="0">
                <a:moveTo>
                  <a:pt x="1335" y="0"/>
                </a:moveTo>
                <a:lnTo>
                  <a:pt x="434" y="401"/>
                </a:lnTo>
                <a:cubicBezTo>
                  <a:pt x="134" y="501"/>
                  <a:pt x="0" y="834"/>
                  <a:pt x="134" y="1135"/>
                </a:cubicBezTo>
                <a:lnTo>
                  <a:pt x="1201" y="668"/>
                </a:lnTo>
                <a:cubicBezTo>
                  <a:pt x="1401" y="601"/>
                  <a:pt x="1501" y="367"/>
                  <a:pt x="1401" y="167"/>
                </a:cubicBezTo>
                <a:lnTo>
                  <a:pt x="1335" y="0"/>
                </a:lnTo>
                <a:close/>
              </a:path>
            </a:pathLst>
          </a:custGeom>
          <a:solidFill>
            <a:srgbClr val="3535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2" name="Google Shape;1672;p82"/>
          <p:cNvSpPr/>
          <p:nvPr/>
        </p:nvSpPr>
        <p:spPr>
          <a:xfrm>
            <a:off x="6473763" y="4760475"/>
            <a:ext cx="28375" cy="34025"/>
          </a:xfrm>
          <a:custGeom>
            <a:avLst/>
            <a:gdLst/>
            <a:ahLst/>
            <a:cxnLst/>
            <a:rect l="l" t="t" r="r" b="b"/>
            <a:pathLst>
              <a:path w="1135" h="1361" extrusionOk="0">
                <a:moveTo>
                  <a:pt x="330" y="1"/>
                </a:moveTo>
                <a:cubicBezTo>
                  <a:pt x="277" y="1"/>
                  <a:pt x="222" y="13"/>
                  <a:pt x="167" y="41"/>
                </a:cubicBezTo>
                <a:lnTo>
                  <a:pt x="0" y="141"/>
                </a:lnTo>
                <a:lnTo>
                  <a:pt x="401" y="1008"/>
                </a:lnTo>
                <a:cubicBezTo>
                  <a:pt x="499" y="1229"/>
                  <a:pt x="706" y="1360"/>
                  <a:pt x="915" y="1360"/>
                </a:cubicBezTo>
                <a:cubicBezTo>
                  <a:pt x="990" y="1360"/>
                  <a:pt x="1064" y="1343"/>
                  <a:pt x="1135" y="1308"/>
                </a:cubicBezTo>
                <a:lnTo>
                  <a:pt x="668" y="208"/>
                </a:lnTo>
                <a:cubicBezTo>
                  <a:pt x="595" y="87"/>
                  <a:pt x="470" y="1"/>
                  <a:pt x="330" y="1"/>
                </a:cubicBezTo>
                <a:close/>
              </a:path>
            </a:pathLst>
          </a:custGeom>
          <a:solidFill>
            <a:srgbClr val="3535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3" name="Google Shape;1673;p82"/>
          <p:cNvSpPr/>
          <p:nvPr/>
        </p:nvSpPr>
        <p:spPr>
          <a:xfrm>
            <a:off x="6298638" y="4691425"/>
            <a:ext cx="67575" cy="54225"/>
          </a:xfrm>
          <a:custGeom>
            <a:avLst/>
            <a:gdLst/>
            <a:ahLst/>
            <a:cxnLst/>
            <a:rect l="l" t="t" r="r" b="b"/>
            <a:pathLst>
              <a:path w="2703" h="2169" extrusionOk="0">
                <a:moveTo>
                  <a:pt x="0" y="1"/>
                </a:moveTo>
                <a:lnTo>
                  <a:pt x="100" y="2036"/>
                </a:lnTo>
                <a:lnTo>
                  <a:pt x="2702" y="2169"/>
                </a:lnTo>
                <a:lnTo>
                  <a:pt x="2702" y="1"/>
                </a:lnTo>
                <a:close/>
              </a:path>
            </a:pathLst>
          </a:custGeom>
          <a:solidFill>
            <a:srgbClr val="3535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4" name="Google Shape;1674;p82"/>
          <p:cNvSpPr/>
          <p:nvPr/>
        </p:nvSpPr>
        <p:spPr>
          <a:xfrm>
            <a:off x="6281113" y="4595825"/>
            <a:ext cx="86775" cy="128150"/>
          </a:xfrm>
          <a:custGeom>
            <a:avLst/>
            <a:gdLst/>
            <a:ahLst/>
            <a:cxnLst/>
            <a:rect l="l" t="t" r="r" b="b"/>
            <a:pathLst>
              <a:path w="3471" h="5126" extrusionOk="0">
                <a:moveTo>
                  <a:pt x="1699" y="1"/>
                </a:moveTo>
                <a:cubicBezTo>
                  <a:pt x="1375" y="1"/>
                  <a:pt x="1015" y="109"/>
                  <a:pt x="835" y="289"/>
                </a:cubicBezTo>
                <a:cubicBezTo>
                  <a:pt x="1" y="1223"/>
                  <a:pt x="701" y="5126"/>
                  <a:pt x="701" y="5126"/>
                </a:cubicBezTo>
                <a:lnTo>
                  <a:pt x="3470" y="4792"/>
                </a:lnTo>
                <a:cubicBezTo>
                  <a:pt x="3470" y="4792"/>
                  <a:pt x="3203" y="989"/>
                  <a:pt x="2236" y="155"/>
                </a:cubicBezTo>
                <a:cubicBezTo>
                  <a:pt x="2116" y="49"/>
                  <a:pt x="1916" y="1"/>
                  <a:pt x="1699" y="1"/>
                </a:cubicBezTo>
                <a:close/>
              </a:path>
            </a:pathLst>
          </a:custGeom>
          <a:solidFill>
            <a:srgbClr val="2356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5" name="Google Shape;1675;p82"/>
          <p:cNvSpPr/>
          <p:nvPr/>
        </p:nvSpPr>
        <p:spPr>
          <a:xfrm>
            <a:off x="6296963" y="4595575"/>
            <a:ext cx="40050" cy="38350"/>
          </a:xfrm>
          <a:custGeom>
            <a:avLst/>
            <a:gdLst/>
            <a:ahLst/>
            <a:cxnLst/>
            <a:rect l="l" t="t" r="r" b="b"/>
            <a:pathLst>
              <a:path w="1602" h="1534" extrusionOk="0">
                <a:moveTo>
                  <a:pt x="1037" y="1"/>
                </a:moveTo>
                <a:cubicBezTo>
                  <a:pt x="720" y="1"/>
                  <a:pt x="376" y="105"/>
                  <a:pt x="201" y="299"/>
                </a:cubicBezTo>
                <a:cubicBezTo>
                  <a:pt x="134" y="366"/>
                  <a:pt x="67" y="466"/>
                  <a:pt x="1" y="566"/>
                </a:cubicBezTo>
                <a:lnTo>
                  <a:pt x="668" y="1533"/>
                </a:lnTo>
                <a:cubicBezTo>
                  <a:pt x="668" y="1533"/>
                  <a:pt x="1302" y="632"/>
                  <a:pt x="1602" y="165"/>
                </a:cubicBezTo>
                <a:cubicBezTo>
                  <a:pt x="1477" y="54"/>
                  <a:pt x="1264" y="1"/>
                  <a:pt x="10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6" name="Google Shape;1676;p82"/>
          <p:cNvSpPr/>
          <p:nvPr/>
        </p:nvSpPr>
        <p:spPr>
          <a:xfrm>
            <a:off x="6304463" y="4584700"/>
            <a:ext cx="21725" cy="29200"/>
          </a:xfrm>
          <a:custGeom>
            <a:avLst/>
            <a:gdLst/>
            <a:ahLst/>
            <a:cxnLst/>
            <a:rect l="l" t="t" r="r" b="b"/>
            <a:pathLst>
              <a:path w="869" h="1168" extrusionOk="0">
                <a:moveTo>
                  <a:pt x="768" y="0"/>
                </a:moveTo>
                <a:lnTo>
                  <a:pt x="1" y="100"/>
                </a:lnTo>
                <a:lnTo>
                  <a:pt x="101" y="834"/>
                </a:lnTo>
                <a:cubicBezTo>
                  <a:pt x="134" y="1034"/>
                  <a:pt x="301" y="1168"/>
                  <a:pt x="535" y="1168"/>
                </a:cubicBezTo>
                <a:cubicBezTo>
                  <a:pt x="735" y="1134"/>
                  <a:pt x="868" y="934"/>
                  <a:pt x="835" y="734"/>
                </a:cubicBezTo>
                <a:lnTo>
                  <a:pt x="768" y="0"/>
                </a:ln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7" name="Google Shape;1677;p82"/>
          <p:cNvSpPr/>
          <p:nvPr/>
        </p:nvSpPr>
        <p:spPr>
          <a:xfrm>
            <a:off x="6281963" y="4530475"/>
            <a:ext cx="52550" cy="63475"/>
          </a:xfrm>
          <a:custGeom>
            <a:avLst/>
            <a:gdLst/>
            <a:ahLst/>
            <a:cxnLst/>
            <a:rect l="l" t="t" r="r" b="b"/>
            <a:pathLst>
              <a:path w="2102" h="2539" extrusionOk="0">
                <a:moveTo>
                  <a:pt x="1835" y="1"/>
                </a:moveTo>
                <a:lnTo>
                  <a:pt x="0" y="234"/>
                </a:lnTo>
                <a:lnTo>
                  <a:pt x="200" y="1869"/>
                </a:lnTo>
                <a:cubicBezTo>
                  <a:pt x="232" y="2249"/>
                  <a:pt x="594" y="2538"/>
                  <a:pt x="973" y="2538"/>
                </a:cubicBezTo>
                <a:cubicBezTo>
                  <a:pt x="994" y="2538"/>
                  <a:pt x="1014" y="2538"/>
                  <a:pt x="1034" y="2536"/>
                </a:cubicBezTo>
                <a:lnTo>
                  <a:pt x="1368" y="2469"/>
                </a:lnTo>
                <a:cubicBezTo>
                  <a:pt x="1802" y="2436"/>
                  <a:pt x="2102" y="2036"/>
                  <a:pt x="2035" y="1635"/>
                </a:cubicBezTo>
                <a:lnTo>
                  <a:pt x="1835" y="1"/>
                </a:ln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8" name="Google Shape;1678;p82"/>
          <p:cNvSpPr/>
          <p:nvPr/>
        </p:nvSpPr>
        <p:spPr>
          <a:xfrm>
            <a:off x="6283613" y="4599700"/>
            <a:ext cx="21725" cy="95925"/>
          </a:xfrm>
          <a:custGeom>
            <a:avLst/>
            <a:gdLst/>
            <a:ahLst/>
            <a:cxnLst/>
            <a:rect l="l" t="t" r="r" b="b"/>
            <a:pathLst>
              <a:path w="869" h="3837" extrusionOk="0">
                <a:moveTo>
                  <a:pt x="868" y="0"/>
                </a:moveTo>
                <a:lnTo>
                  <a:pt x="635" y="34"/>
                </a:lnTo>
                <a:cubicBezTo>
                  <a:pt x="635" y="67"/>
                  <a:pt x="1" y="634"/>
                  <a:pt x="34" y="1969"/>
                </a:cubicBezTo>
                <a:cubicBezTo>
                  <a:pt x="68" y="3303"/>
                  <a:pt x="401" y="3770"/>
                  <a:pt x="468" y="3837"/>
                </a:cubicBezTo>
                <a:cubicBezTo>
                  <a:pt x="468" y="3837"/>
                  <a:pt x="368" y="3136"/>
                  <a:pt x="401" y="1969"/>
                </a:cubicBezTo>
                <a:cubicBezTo>
                  <a:pt x="435" y="734"/>
                  <a:pt x="868" y="1"/>
                  <a:pt x="868" y="0"/>
                </a:cubicBezTo>
                <a:close/>
              </a:path>
            </a:pathLst>
          </a:custGeom>
          <a:solidFill>
            <a:srgbClr val="678A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9" name="Google Shape;1679;p82"/>
          <p:cNvSpPr/>
          <p:nvPr/>
        </p:nvSpPr>
        <p:spPr>
          <a:xfrm>
            <a:off x="6275288" y="4522025"/>
            <a:ext cx="53400" cy="21000"/>
          </a:xfrm>
          <a:custGeom>
            <a:avLst/>
            <a:gdLst/>
            <a:ahLst/>
            <a:cxnLst/>
            <a:rect l="l" t="t" r="r" b="b"/>
            <a:pathLst>
              <a:path w="2136" h="840" extrusionOk="0">
                <a:moveTo>
                  <a:pt x="1796" y="0"/>
                </a:moveTo>
                <a:cubicBezTo>
                  <a:pt x="1776" y="0"/>
                  <a:pt x="1756" y="2"/>
                  <a:pt x="1735" y="5"/>
                </a:cubicBezTo>
                <a:lnTo>
                  <a:pt x="301" y="172"/>
                </a:lnTo>
                <a:cubicBezTo>
                  <a:pt x="134" y="205"/>
                  <a:pt x="0" y="372"/>
                  <a:pt x="34" y="539"/>
                </a:cubicBezTo>
                <a:cubicBezTo>
                  <a:pt x="67" y="706"/>
                  <a:pt x="201" y="839"/>
                  <a:pt x="401" y="839"/>
                </a:cubicBezTo>
                <a:lnTo>
                  <a:pt x="1835" y="639"/>
                </a:lnTo>
                <a:cubicBezTo>
                  <a:pt x="2002" y="606"/>
                  <a:pt x="2135" y="439"/>
                  <a:pt x="2102" y="272"/>
                </a:cubicBezTo>
                <a:cubicBezTo>
                  <a:pt x="2102" y="123"/>
                  <a:pt x="1968" y="0"/>
                  <a:pt x="1796" y="0"/>
                </a:cubicBezTo>
                <a:close/>
              </a:path>
            </a:pathLst>
          </a:custGeom>
          <a:solidFill>
            <a:srgbClr val="B32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0" name="Google Shape;1680;p82"/>
          <p:cNvSpPr/>
          <p:nvPr/>
        </p:nvSpPr>
        <p:spPr>
          <a:xfrm>
            <a:off x="6306138" y="4526325"/>
            <a:ext cx="26725" cy="40050"/>
          </a:xfrm>
          <a:custGeom>
            <a:avLst/>
            <a:gdLst/>
            <a:ahLst/>
            <a:cxnLst/>
            <a:rect l="l" t="t" r="r" b="b"/>
            <a:pathLst>
              <a:path w="1069" h="1602" extrusionOk="0">
                <a:moveTo>
                  <a:pt x="868" y="0"/>
                </a:moveTo>
                <a:lnTo>
                  <a:pt x="1" y="133"/>
                </a:lnTo>
                <a:lnTo>
                  <a:pt x="1068" y="1601"/>
                </a:lnTo>
                <a:lnTo>
                  <a:pt x="868" y="0"/>
                </a:lnTo>
                <a:close/>
                <a:moveTo>
                  <a:pt x="1068" y="1601"/>
                </a:moveTo>
                <a:lnTo>
                  <a:pt x="1068" y="1601"/>
                </a:lnTo>
                <a:lnTo>
                  <a:pt x="1068" y="1601"/>
                </a:lnTo>
                <a:close/>
              </a:path>
            </a:pathLst>
          </a:custGeom>
          <a:solidFill>
            <a:srgbClr val="B32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1" name="Google Shape;1681;p82"/>
          <p:cNvSpPr/>
          <p:nvPr/>
        </p:nvSpPr>
        <p:spPr>
          <a:xfrm>
            <a:off x="6393713" y="4636400"/>
            <a:ext cx="34200" cy="53075"/>
          </a:xfrm>
          <a:custGeom>
            <a:avLst/>
            <a:gdLst/>
            <a:ahLst/>
            <a:cxnLst/>
            <a:rect l="l" t="t" r="r" b="b"/>
            <a:pathLst>
              <a:path w="1368" h="2123" extrusionOk="0">
                <a:moveTo>
                  <a:pt x="467" y="0"/>
                </a:moveTo>
                <a:cubicBezTo>
                  <a:pt x="334" y="100"/>
                  <a:pt x="200" y="200"/>
                  <a:pt x="67" y="334"/>
                </a:cubicBezTo>
                <a:cubicBezTo>
                  <a:pt x="67" y="367"/>
                  <a:pt x="33" y="367"/>
                  <a:pt x="0" y="400"/>
                </a:cubicBezTo>
                <a:cubicBezTo>
                  <a:pt x="434" y="1134"/>
                  <a:pt x="767" y="1902"/>
                  <a:pt x="767" y="1935"/>
                </a:cubicBezTo>
                <a:cubicBezTo>
                  <a:pt x="793" y="2039"/>
                  <a:pt x="921" y="2123"/>
                  <a:pt x="1055" y="2123"/>
                </a:cubicBezTo>
                <a:cubicBezTo>
                  <a:pt x="1093" y="2123"/>
                  <a:pt x="1131" y="2116"/>
                  <a:pt x="1168" y="2102"/>
                </a:cubicBezTo>
                <a:cubicBezTo>
                  <a:pt x="1268" y="2035"/>
                  <a:pt x="1334" y="1968"/>
                  <a:pt x="1368" y="1835"/>
                </a:cubicBezTo>
                <a:cubicBezTo>
                  <a:pt x="1368" y="1801"/>
                  <a:pt x="1368" y="1735"/>
                  <a:pt x="1334" y="1701"/>
                </a:cubicBezTo>
                <a:cubicBezTo>
                  <a:pt x="1301" y="1635"/>
                  <a:pt x="967" y="767"/>
                  <a:pt x="467" y="0"/>
                </a:cubicBezTo>
                <a:close/>
              </a:path>
            </a:pathLst>
          </a:custGeom>
          <a:solidFill>
            <a:srgbClr val="F6CA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2" name="Google Shape;1682;p82"/>
          <p:cNvSpPr/>
          <p:nvPr/>
        </p:nvSpPr>
        <p:spPr>
          <a:xfrm>
            <a:off x="6331988" y="4604925"/>
            <a:ext cx="81750" cy="52350"/>
          </a:xfrm>
          <a:custGeom>
            <a:avLst/>
            <a:gdLst/>
            <a:ahLst/>
            <a:cxnLst/>
            <a:rect l="l" t="t" r="r" b="b"/>
            <a:pathLst>
              <a:path w="3270" h="2094" extrusionOk="0">
                <a:moveTo>
                  <a:pt x="933" y="0"/>
                </a:moveTo>
                <a:cubicBezTo>
                  <a:pt x="578" y="0"/>
                  <a:pt x="315" y="58"/>
                  <a:pt x="301" y="58"/>
                </a:cubicBezTo>
                <a:cubicBezTo>
                  <a:pt x="134" y="58"/>
                  <a:pt x="1" y="192"/>
                  <a:pt x="1" y="359"/>
                </a:cubicBezTo>
                <a:cubicBezTo>
                  <a:pt x="1" y="525"/>
                  <a:pt x="134" y="692"/>
                  <a:pt x="301" y="692"/>
                </a:cubicBezTo>
                <a:cubicBezTo>
                  <a:pt x="301" y="692"/>
                  <a:pt x="563" y="625"/>
                  <a:pt x="899" y="625"/>
                </a:cubicBezTo>
                <a:cubicBezTo>
                  <a:pt x="1272" y="625"/>
                  <a:pt x="1737" y="708"/>
                  <a:pt x="2035" y="1059"/>
                </a:cubicBezTo>
                <a:cubicBezTo>
                  <a:pt x="2302" y="1359"/>
                  <a:pt x="2502" y="1726"/>
                  <a:pt x="2703" y="2093"/>
                </a:cubicBezTo>
                <a:cubicBezTo>
                  <a:pt x="2836" y="1993"/>
                  <a:pt x="2969" y="1893"/>
                  <a:pt x="3136" y="1826"/>
                </a:cubicBezTo>
                <a:cubicBezTo>
                  <a:pt x="3170" y="1826"/>
                  <a:pt x="3203" y="1826"/>
                  <a:pt x="3270" y="1793"/>
                </a:cubicBezTo>
                <a:cubicBezTo>
                  <a:pt x="3036" y="1426"/>
                  <a:pt x="2803" y="992"/>
                  <a:pt x="2536" y="659"/>
                </a:cubicBezTo>
                <a:cubicBezTo>
                  <a:pt x="2108" y="114"/>
                  <a:pt x="1430" y="0"/>
                  <a:pt x="933" y="0"/>
                </a:cubicBezTo>
                <a:close/>
              </a:path>
            </a:pathLst>
          </a:custGeom>
          <a:solidFill>
            <a:srgbClr val="2356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3" name="Google Shape;1683;p82"/>
          <p:cNvSpPr/>
          <p:nvPr/>
        </p:nvSpPr>
        <p:spPr>
          <a:xfrm>
            <a:off x="6326988" y="4593850"/>
            <a:ext cx="45050" cy="101775"/>
          </a:xfrm>
          <a:custGeom>
            <a:avLst/>
            <a:gdLst/>
            <a:ahLst/>
            <a:cxnLst/>
            <a:rect l="l" t="t" r="r" b="b"/>
            <a:pathLst>
              <a:path w="1802" h="4071" extrusionOk="0">
                <a:moveTo>
                  <a:pt x="534" y="1"/>
                </a:moveTo>
                <a:cubicBezTo>
                  <a:pt x="534" y="34"/>
                  <a:pt x="1" y="768"/>
                  <a:pt x="67" y="1802"/>
                </a:cubicBezTo>
                <a:cubicBezTo>
                  <a:pt x="134" y="2836"/>
                  <a:pt x="1535" y="4037"/>
                  <a:pt x="1568" y="4071"/>
                </a:cubicBezTo>
                <a:lnTo>
                  <a:pt x="1802" y="3804"/>
                </a:lnTo>
                <a:cubicBezTo>
                  <a:pt x="1802" y="3770"/>
                  <a:pt x="501" y="2636"/>
                  <a:pt x="434" y="1769"/>
                </a:cubicBezTo>
                <a:cubicBezTo>
                  <a:pt x="367" y="868"/>
                  <a:pt x="834" y="201"/>
                  <a:pt x="834" y="201"/>
                </a:cubicBezTo>
                <a:lnTo>
                  <a:pt x="534" y="1"/>
                </a:lnTo>
                <a:close/>
              </a:path>
            </a:pathLst>
          </a:custGeom>
          <a:solidFill>
            <a:srgbClr val="678A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4" name="Google Shape;1684;p82"/>
          <p:cNvSpPr/>
          <p:nvPr/>
        </p:nvSpPr>
        <p:spPr>
          <a:xfrm>
            <a:off x="2406688" y="4609275"/>
            <a:ext cx="473700" cy="331200"/>
          </a:xfrm>
          <a:custGeom>
            <a:avLst/>
            <a:gdLst/>
            <a:ahLst/>
            <a:cxnLst/>
            <a:rect l="l" t="t" r="r" b="b"/>
            <a:pathLst>
              <a:path w="18948" h="13248" extrusionOk="0">
                <a:moveTo>
                  <a:pt x="13773" y="1"/>
                </a:moveTo>
                <a:cubicBezTo>
                  <a:pt x="11729" y="1"/>
                  <a:pt x="9996" y="1542"/>
                  <a:pt x="9808" y="3587"/>
                </a:cubicBezTo>
                <a:cubicBezTo>
                  <a:pt x="9774" y="3854"/>
                  <a:pt x="9774" y="4121"/>
                  <a:pt x="9808" y="4388"/>
                </a:cubicBezTo>
                <a:cubicBezTo>
                  <a:pt x="8407" y="4421"/>
                  <a:pt x="7172" y="5121"/>
                  <a:pt x="6372" y="6222"/>
                </a:cubicBezTo>
                <a:cubicBezTo>
                  <a:pt x="6005" y="5021"/>
                  <a:pt x="4971" y="4087"/>
                  <a:pt x="3637" y="3954"/>
                </a:cubicBezTo>
                <a:cubicBezTo>
                  <a:pt x="3536" y="3944"/>
                  <a:pt x="3436" y="3939"/>
                  <a:pt x="3337" y="3939"/>
                </a:cubicBezTo>
                <a:cubicBezTo>
                  <a:pt x="1725" y="3939"/>
                  <a:pt x="324" y="5189"/>
                  <a:pt x="167" y="6823"/>
                </a:cubicBezTo>
                <a:cubicBezTo>
                  <a:pt x="1" y="8591"/>
                  <a:pt x="1268" y="10158"/>
                  <a:pt x="3036" y="10325"/>
                </a:cubicBezTo>
                <a:cubicBezTo>
                  <a:pt x="3142" y="10336"/>
                  <a:pt x="3247" y="10341"/>
                  <a:pt x="3352" y="10341"/>
                </a:cubicBezTo>
                <a:cubicBezTo>
                  <a:pt x="4204" y="10341"/>
                  <a:pt x="5007" y="9985"/>
                  <a:pt x="5571" y="9391"/>
                </a:cubicBezTo>
                <a:cubicBezTo>
                  <a:pt x="5838" y="11393"/>
                  <a:pt x="7473" y="13027"/>
                  <a:pt x="9541" y="13227"/>
                </a:cubicBezTo>
                <a:cubicBezTo>
                  <a:pt x="9682" y="13241"/>
                  <a:pt x="9822" y="13247"/>
                  <a:pt x="9961" y="13247"/>
                </a:cubicBezTo>
                <a:cubicBezTo>
                  <a:pt x="11564" y="13247"/>
                  <a:pt x="13010" y="12382"/>
                  <a:pt x="13777" y="11092"/>
                </a:cubicBezTo>
                <a:cubicBezTo>
                  <a:pt x="14211" y="11826"/>
                  <a:pt x="14945" y="12327"/>
                  <a:pt x="15845" y="12427"/>
                </a:cubicBezTo>
                <a:cubicBezTo>
                  <a:pt x="15930" y="12434"/>
                  <a:pt x="16015" y="12438"/>
                  <a:pt x="16098" y="12438"/>
                </a:cubicBezTo>
                <a:cubicBezTo>
                  <a:pt x="17490" y="12438"/>
                  <a:pt x="18655" y="11410"/>
                  <a:pt x="18781" y="10025"/>
                </a:cubicBezTo>
                <a:cubicBezTo>
                  <a:pt x="18947" y="8524"/>
                  <a:pt x="17847" y="7223"/>
                  <a:pt x="16379" y="7089"/>
                </a:cubicBezTo>
                <a:lnTo>
                  <a:pt x="16279" y="7089"/>
                </a:lnTo>
                <a:cubicBezTo>
                  <a:pt x="17079" y="6422"/>
                  <a:pt x="17613" y="5488"/>
                  <a:pt x="17713" y="4354"/>
                </a:cubicBezTo>
                <a:cubicBezTo>
                  <a:pt x="17947" y="2186"/>
                  <a:pt x="16346" y="251"/>
                  <a:pt x="14144" y="18"/>
                </a:cubicBezTo>
                <a:cubicBezTo>
                  <a:pt x="14019" y="6"/>
                  <a:pt x="13895" y="1"/>
                  <a:pt x="13773" y="1"/>
                </a:cubicBezTo>
                <a:close/>
              </a:path>
            </a:pathLst>
          </a:custGeom>
          <a:solidFill>
            <a:srgbClr val="E0CF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5" name="Google Shape;1685;p82"/>
          <p:cNvSpPr/>
          <p:nvPr/>
        </p:nvSpPr>
        <p:spPr>
          <a:xfrm>
            <a:off x="2478413" y="4537425"/>
            <a:ext cx="185150" cy="164525"/>
          </a:xfrm>
          <a:custGeom>
            <a:avLst/>
            <a:gdLst/>
            <a:ahLst/>
            <a:cxnLst/>
            <a:rect l="l" t="t" r="r" b="b"/>
            <a:pathLst>
              <a:path w="7406" h="6581" extrusionOk="0">
                <a:moveTo>
                  <a:pt x="3707" y="0"/>
                </a:moveTo>
                <a:cubicBezTo>
                  <a:pt x="3339" y="0"/>
                  <a:pt x="2966" y="61"/>
                  <a:pt x="2602" y="190"/>
                </a:cubicBezTo>
                <a:cubicBezTo>
                  <a:pt x="901" y="790"/>
                  <a:pt x="0" y="2692"/>
                  <a:pt x="601" y="4393"/>
                </a:cubicBezTo>
                <a:cubicBezTo>
                  <a:pt x="1101" y="5736"/>
                  <a:pt x="2371" y="6580"/>
                  <a:pt x="3721" y="6580"/>
                </a:cubicBezTo>
                <a:cubicBezTo>
                  <a:pt x="4081" y="6580"/>
                  <a:pt x="4446" y="6521"/>
                  <a:pt x="4804" y="6394"/>
                </a:cubicBezTo>
                <a:cubicBezTo>
                  <a:pt x="6538" y="5760"/>
                  <a:pt x="7406" y="3892"/>
                  <a:pt x="6805" y="2191"/>
                </a:cubicBezTo>
                <a:cubicBezTo>
                  <a:pt x="6333" y="828"/>
                  <a:pt x="5057" y="0"/>
                  <a:pt x="3707" y="0"/>
                </a:cubicBezTo>
                <a:close/>
              </a:path>
            </a:pathLst>
          </a:custGeom>
          <a:solidFill>
            <a:srgbClr val="E0CF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6" name="Google Shape;1686;p82"/>
          <p:cNvSpPr/>
          <p:nvPr/>
        </p:nvSpPr>
        <p:spPr>
          <a:xfrm>
            <a:off x="2346638" y="4602825"/>
            <a:ext cx="106775" cy="102175"/>
          </a:xfrm>
          <a:custGeom>
            <a:avLst/>
            <a:gdLst/>
            <a:ahLst/>
            <a:cxnLst/>
            <a:rect l="l" t="t" r="r" b="b"/>
            <a:pathLst>
              <a:path w="4271" h="4087" extrusionOk="0">
                <a:moveTo>
                  <a:pt x="2123" y="1"/>
                </a:moveTo>
                <a:cubicBezTo>
                  <a:pt x="1095" y="1"/>
                  <a:pt x="196" y="803"/>
                  <a:pt x="101" y="1844"/>
                </a:cubicBezTo>
                <a:cubicBezTo>
                  <a:pt x="1" y="2978"/>
                  <a:pt x="801" y="3978"/>
                  <a:pt x="1936" y="4078"/>
                </a:cubicBezTo>
                <a:cubicBezTo>
                  <a:pt x="1998" y="4084"/>
                  <a:pt x="2060" y="4087"/>
                  <a:pt x="2121" y="4087"/>
                </a:cubicBezTo>
                <a:cubicBezTo>
                  <a:pt x="3147" y="4087"/>
                  <a:pt x="4043" y="3314"/>
                  <a:pt x="4137" y="2244"/>
                </a:cubicBezTo>
                <a:cubicBezTo>
                  <a:pt x="4271" y="1110"/>
                  <a:pt x="3437" y="142"/>
                  <a:pt x="2303" y="9"/>
                </a:cubicBezTo>
                <a:cubicBezTo>
                  <a:pt x="2242" y="3"/>
                  <a:pt x="2183" y="1"/>
                  <a:pt x="2123" y="1"/>
                </a:cubicBezTo>
                <a:close/>
              </a:path>
            </a:pathLst>
          </a:custGeom>
          <a:solidFill>
            <a:srgbClr val="E0CF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7" name="Google Shape;1687;p82"/>
          <p:cNvSpPr/>
          <p:nvPr/>
        </p:nvSpPr>
        <p:spPr>
          <a:xfrm>
            <a:off x="2289113" y="4731300"/>
            <a:ext cx="55050" cy="52900"/>
          </a:xfrm>
          <a:custGeom>
            <a:avLst/>
            <a:gdLst/>
            <a:ahLst/>
            <a:cxnLst/>
            <a:rect l="l" t="t" r="r" b="b"/>
            <a:pathLst>
              <a:path w="2202" h="2116" extrusionOk="0">
                <a:moveTo>
                  <a:pt x="1080" y="0"/>
                </a:moveTo>
                <a:cubicBezTo>
                  <a:pt x="534" y="0"/>
                  <a:pt x="96" y="415"/>
                  <a:pt x="34" y="974"/>
                </a:cubicBezTo>
                <a:cubicBezTo>
                  <a:pt x="0" y="1541"/>
                  <a:pt x="401" y="2075"/>
                  <a:pt x="1001" y="2108"/>
                </a:cubicBezTo>
                <a:cubicBezTo>
                  <a:pt x="1040" y="2113"/>
                  <a:pt x="1078" y="2115"/>
                  <a:pt x="1117" y="2115"/>
                </a:cubicBezTo>
                <a:cubicBezTo>
                  <a:pt x="1639" y="2115"/>
                  <a:pt x="2104" y="1703"/>
                  <a:pt x="2135" y="1174"/>
                </a:cubicBezTo>
                <a:cubicBezTo>
                  <a:pt x="2202" y="574"/>
                  <a:pt x="1768" y="74"/>
                  <a:pt x="1201" y="7"/>
                </a:cubicBezTo>
                <a:cubicBezTo>
                  <a:pt x="1160" y="2"/>
                  <a:pt x="1120" y="0"/>
                  <a:pt x="1080" y="0"/>
                </a:cubicBezTo>
                <a:close/>
              </a:path>
            </a:pathLst>
          </a:custGeom>
          <a:solidFill>
            <a:srgbClr val="E0CF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8" name="Google Shape;1688;p82"/>
          <p:cNvSpPr/>
          <p:nvPr/>
        </p:nvSpPr>
        <p:spPr>
          <a:xfrm>
            <a:off x="4512363" y="4670575"/>
            <a:ext cx="73400" cy="70075"/>
          </a:xfrm>
          <a:custGeom>
            <a:avLst/>
            <a:gdLst/>
            <a:ahLst/>
            <a:cxnLst/>
            <a:rect l="l" t="t" r="r" b="b"/>
            <a:pathLst>
              <a:path w="2936" h="2803" extrusionOk="0">
                <a:moveTo>
                  <a:pt x="0" y="1"/>
                </a:moveTo>
                <a:lnTo>
                  <a:pt x="0" y="2803"/>
                </a:lnTo>
                <a:lnTo>
                  <a:pt x="1535" y="2803"/>
                </a:lnTo>
                <a:cubicBezTo>
                  <a:pt x="2302" y="2803"/>
                  <a:pt x="2936" y="2202"/>
                  <a:pt x="2936" y="1402"/>
                </a:cubicBezTo>
                <a:cubicBezTo>
                  <a:pt x="2936" y="635"/>
                  <a:pt x="2302" y="1"/>
                  <a:pt x="1535" y="1"/>
                </a:cubicBezTo>
                <a:close/>
              </a:path>
            </a:pathLst>
          </a:custGeom>
          <a:solidFill>
            <a:srgbClr val="FBCA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9" name="Google Shape;1689;p82"/>
          <p:cNvSpPr/>
          <p:nvPr/>
        </p:nvSpPr>
        <p:spPr>
          <a:xfrm>
            <a:off x="4559063" y="4683925"/>
            <a:ext cx="15875" cy="16700"/>
          </a:xfrm>
          <a:custGeom>
            <a:avLst/>
            <a:gdLst/>
            <a:ahLst/>
            <a:cxnLst/>
            <a:rect l="l" t="t" r="r" b="b"/>
            <a:pathLst>
              <a:path w="635" h="668" extrusionOk="0">
                <a:moveTo>
                  <a:pt x="301" y="1"/>
                </a:moveTo>
                <a:cubicBezTo>
                  <a:pt x="134" y="1"/>
                  <a:pt x="0" y="167"/>
                  <a:pt x="0" y="334"/>
                </a:cubicBezTo>
                <a:cubicBezTo>
                  <a:pt x="0" y="534"/>
                  <a:pt x="134" y="668"/>
                  <a:pt x="301" y="668"/>
                </a:cubicBezTo>
                <a:cubicBezTo>
                  <a:pt x="501" y="668"/>
                  <a:pt x="634" y="534"/>
                  <a:pt x="634" y="334"/>
                </a:cubicBezTo>
                <a:cubicBezTo>
                  <a:pt x="634" y="167"/>
                  <a:pt x="501" y="1"/>
                  <a:pt x="30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0" name="Google Shape;1690;p82"/>
          <p:cNvSpPr/>
          <p:nvPr/>
        </p:nvSpPr>
        <p:spPr>
          <a:xfrm>
            <a:off x="4570738" y="4707275"/>
            <a:ext cx="7525" cy="7525"/>
          </a:xfrm>
          <a:custGeom>
            <a:avLst/>
            <a:gdLst/>
            <a:ahLst/>
            <a:cxnLst/>
            <a:rect l="l" t="t" r="r" b="b"/>
            <a:pathLst>
              <a:path w="301" h="301" extrusionOk="0">
                <a:moveTo>
                  <a:pt x="134" y="1"/>
                </a:moveTo>
                <a:cubicBezTo>
                  <a:pt x="67" y="1"/>
                  <a:pt x="0" y="67"/>
                  <a:pt x="0" y="134"/>
                </a:cubicBezTo>
                <a:cubicBezTo>
                  <a:pt x="0" y="234"/>
                  <a:pt x="67" y="301"/>
                  <a:pt x="134" y="301"/>
                </a:cubicBezTo>
                <a:cubicBezTo>
                  <a:pt x="234" y="301"/>
                  <a:pt x="301" y="234"/>
                  <a:pt x="301" y="134"/>
                </a:cubicBezTo>
                <a:cubicBezTo>
                  <a:pt x="301" y="67"/>
                  <a:pt x="234" y="1"/>
                  <a:pt x="13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1" name="Google Shape;1691;p82"/>
          <p:cNvSpPr/>
          <p:nvPr/>
        </p:nvSpPr>
        <p:spPr>
          <a:xfrm>
            <a:off x="3061313" y="4702275"/>
            <a:ext cx="1447725" cy="181825"/>
          </a:xfrm>
          <a:custGeom>
            <a:avLst/>
            <a:gdLst/>
            <a:ahLst/>
            <a:cxnLst/>
            <a:rect l="l" t="t" r="r" b="b"/>
            <a:pathLst>
              <a:path w="57909" h="7273" extrusionOk="0">
                <a:moveTo>
                  <a:pt x="1" y="0"/>
                </a:moveTo>
                <a:lnTo>
                  <a:pt x="1" y="7272"/>
                </a:lnTo>
                <a:lnTo>
                  <a:pt x="57909" y="7272"/>
                </a:lnTo>
                <a:lnTo>
                  <a:pt x="57909" y="0"/>
                </a:lnTo>
                <a:close/>
              </a:path>
            </a:pathLst>
          </a:custGeom>
          <a:solidFill>
            <a:srgbClr val="FABC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2" name="Google Shape;1692;p82"/>
          <p:cNvSpPr/>
          <p:nvPr/>
        </p:nvSpPr>
        <p:spPr>
          <a:xfrm>
            <a:off x="3061313" y="4702275"/>
            <a:ext cx="1447725" cy="181825"/>
          </a:xfrm>
          <a:custGeom>
            <a:avLst/>
            <a:gdLst/>
            <a:ahLst/>
            <a:cxnLst/>
            <a:rect l="l" t="t" r="r" b="b"/>
            <a:pathLst>
              <a:path w="57909" h="7273" extrusionOk="0">
                <a:moveTo>
                  <a:pt x="1" y="0"/>
                </a:moveTo>
                <a:lnTo>
                  <a:pt x="1" y="7272"/>
                </a:lnTo>
                <a:lnTo>
                  <a:pt x="57909" y="7272"/>
                </a:lnTo>
                <a:lnTo>
                  <a:pt x="57909" y="0"/>
                </a:lnTo>
                <a:close/>
              </a:path>
            </a:pathLst>
          </a:custGeom>
          <a:solidFill>
            <a:srgbClr val="B7A8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3" name="Google Shape;1693;p82"/>
          <p:cNvSpPr/>
          <p:nvPr/>
        </p:nvSpPr>
        <p:spPr>
          <a:xfrm>
            <a:off x="4192138" y="4566350"/>
            <a:ext cx="365275" cy="331075"/>
          </a:xfrm>
          <a:custGeom>
            <a:avLst/>
            <a:gdLst/>
            <a:ahLst/>
            <a:cxnLst/>
            <a:rect l="l" t="t" r="r" b="b"/>
            <a:pathLst>
              <a:path w="14611" h="13243" extrusionOk="0">
                <a:moveTo>
                  <a:pt x="0" y="0"/>
                </a:moveTo>
                <a:lnTo>
                  <a:pt x="0" y="13243"/>
                </a:lnTo>
                <a:lnTo>
                  <a:pt x="2302" y="13243"/>
                </a:lnTo>
                <a:cubicBezTo>
                  <a:pt x="2269" y="12876"/>
                  <a:pt x="2269" y="12509"/>
                  <a:pt x="2335" y="12042"/>
                </a:cubicBezTo>
                <a:cubicBezTo>
                  <a:pt x="2469" y="11242"/>
                  <a:pt x="2602" y="10641"/>
                  <a:pt x="2836" y="10074"/>
                </a:cubicBezTo>
                <a:cubicBezTo>
                  <a:pt x="3536" y="8373"/>
                  <a:pt x="5237" y="7205"/>
                  <a:pt x="7172" y="7205"/>
                </a:cubicBezTo>
                <a:cubicBezTo>
                  <a:pt x="9107" y="7205"/>
                  <a:pt x="10775" y="8373"/>
                  <a:pt x="11508" y="10041"/>
                </a:cubicBezTo>
                <a:cubicBezTo>
                  <a:pt x="11642" y="10341"/>
                  <a:pt x="11742" y="11842"/>
                  <a:pt x="11675" y="13243"/>
                </a:cubicBezTo>
                <a:lnTo>
                  <a:pt x="14044" y="13243"/>
                </a:lnTo>
                <a:cubicBezTo>
                  <a:pt x="14344" y="13243"/>
                  <a:pt x="14611" y="12976"/>
                  <a:pt x="14611" y="12643"/>
                </a:cubicBezTo>
                <a:lnTo>
                  <a:pt x="14611" y="6171"/>
                </a:lnTo>
                <a:cubicBezTo>
                  <a:pt x="14611" y="4103"/>
                  <a:pt x="13777" y="2802"/>
                  <a:pt x="11041" y="2102"/>
                </a:cubicBezTo>
                <a:cubicBezTo>
                  <a:pt x="8340" y="1435"/>
                  <a:pt x="0" y="0"/>
                  <a:pt x="0" y="0"/>
                </a:cubicBezTo>
                <a:close/>
              </a:path>
            </a:pathLst>
          </a:custGeom>
          <a:solidFill>
            <a:srgbClr val="FABC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4" name="Google Shape;1694;p82"/>
          <p:cNvSpPr/>
          <p:nvPr/>
        </p:nvSpPr>
        <p:spPr>
          <a:xfrm>
            <a:off x="4284688" y="4777325"/>
            <a:ext cx="173500" cy="172650"/>
          </a:xfrm>
          <a:custGeom>
            <a:avLst/>
            <a:gdLst/>
            <a:ahLst/>
            <a:cxnLst/>
            <a:rect l="l" t="t" r="r" b="b"/>
            <a:pathLst>
              <a:path w="6940" h="6906" extrusionOk="0">
                <a:moveTo>
                  <a:pt x="3470" y="1"/>
                </a:moveTo>
                <a:cubicBezTo>
                  <a:pt x="1569" y="1"/>
                  <a:pt x="1" y="1535"/>
                  <a:pt x="1" y="3436"/>
                </a:cubicBezTo>
                <a:cubicBezTo>
                  <a:pt x="1" y="5371"/>
                  <a:pt x="1569" y="6905"/>
                  <a:pt x="3470" y="6905"/>
                </a:cubicBezTo>
                <a:cubicBezTo>
                  <a:pt x="5371" y="6905"/>
                  <a:pt x="6939" y="5371"/>
                  <a:pt x="6939" y="3436"/>
                </a:cubicBezTo>
                <a:cubicBezTo>
                  <a:pt x="6939" y="1535"/>
                  <a:pt x="5371" y="1"/>
                  <a:pt x="3470" y="1"/>
                </a:cubicBezTo>
                <a:close/>
              </a:path>
            </a:pathLst>
          </a:custGeom>
          <a:solidFill>
            <a:srgbClr val="3535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5" name="Google Shape;1695;p82"/>
          <p:cNvSpPr/>
          <p:nvPr/>
        </p:nvSpPr>
        <p:spPr>
          <a:xfrm>
            <a:off x="4320563" y="4813175"/>
            <a:ext cx="101750" cy="100950"/>
          </a:xfrm>
          <a:custGeom>
            <a:avLst/>
            <a:gdLst/>
            <a:ahLst/>
            <a:cxnLst/>
            <a:rect l="l" t="t" r="r" b="b"/>
            <a:pathLst>
              <a:path w="4070" h="4038" extrusionOk="0">
                <a:moveTo>
                  <a:pt x="2035" y="1"/>
                </a:moveTo>
                <a:cubicBezTo>
                  <a:pt x="934" y="1"/>
                  <a:pt x="0" y="902"/>
                  <a:pt x="0" y="2002"/>
                </a:cubicBezTo>
                <a:cubicBezTo>
                  <a:pt x="0" y="3136"/>
                  <a:pt x="934" y="4037"/>
                  <a:pt x="2035" y="4037"/>
                </a:cubicBezTo>
                <a:cubicBezTo>
                  <a:pt x="3169" y="4037"/>
                  <a:pt x="4070" y="3136"/>
                  <a:pt x="4070" y="2002"/>
                </a:cubicBezTo>
                <a:cubicBezTo>
                  <a:pt x="4070" y="902"/>
                  <a:pt x="3169" y="1"/>
                  <a:pt x="2035" y="1"/>
                </a:cubicBezTo>
                <a:close/>
              </a:path>
            </a:pathLst>
          </a:custGeom>
          <a:solidFill>
            <a:srgbClr val="9696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p82"/>
          <p:cNvSpPr/>
          <p:nvPr/>
        </p:nvSpPr>
        <p:spPr>
          <a:xfrm>
            <a:off x="4348913" y="4840700"/>
            <a:ext cx="45050" cy="45050"/>
          </a:xfrm>
          <a:custGeom>
            <a:avLst/>
            <a:gdLst/>
            <a:ahLst/>
            <a:cxnLst/>
            <a:rect l="l" t="t" r="r" b="b"/>
            <a:pathLst>
              <a:path w="1802" h="1802" extrusionOk="0">
                <a:moveTo>
                  <a:pt x="901" y="1"/>
                </a:moveTo>
                <a:cubicBezTo>
                  <a:pt x="401" y="1"/>
                  <a:pt x="0" y="434"/>
                  <a:pt x="0" y="901"/>
                </a:cubicBezTo>
                <a:cubicBezTo>
                  <a:pt x="0" y="1402"/>
                  <a:pt x="401" y="1802"/>
                  <a:pt x="901" y="1802"/>
                </a:cubicBezTo>
                <a:cubicBezTo>
                  <a:pt x="1401" y="1802"/>
                  <a:pt x="1802" y="1402"/>
                  <a:pt x="1802" y="901"/>
                </a:cubicBezTo>
                <a:cubicBezTo>
                  <a:pt x="1802" y="434"/>
                  <a:pt x="1401" y="1"/>
                  <a:pt x="901" y="1"/>
                </a:cubicBezTo>
                <a:close/>
              </a:path>
            </a:pathLst>
          </a:custGeom>
          <a:solidFill>
            <a:srgbClr val="4F4F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7" name="Google Shape;1697;p82"/>
          <p:cNvSpPr/>
          <p:nvPr/>
        </p:nvSpPr>
        <p:spPr>
          <a:xfrm>
            <a:off x="4249663" y="4895750"/>
            <a:ext cx="25" cy="1675"/>
          </a:xfrm>
          <a:custGeom>
            <a:avLst/>
            <a:gdLst/>
            <a:ahLst/>
            <a:cxnLst/>
            <a:rect l="l" t="t" r="r" b="b"/>
            <a:pathLst>
              <a:path w="1" h="67" extrusionOk="0">
                <a:moveTo>
                  <a:pt x="1" y="67"/>
                </a:moveTo>
                <a:lnTo>
                  <a:pt x="1" y="67"/>
                </a:lnTo>
                <a:cubicBezTo>
                  <a:pt x="1" y="34"/>
                  <a:pt x="1" y="0"/>
                  <a:pt x="1" y="0"/>
                </a:cubicBezTo>
                <a:cubicBezTo>
                  <a:pt x="1" y="0"/>
                  <a:pt x="1" y="34"/>
                  <a:pt x="1" y="67"/>
                </a:cubicBezTo>
                <a:close/>
              </a:path>
            </a:pathLst>
          </a:custGeom>
          <a:solidFill>
            <a:srgbClr val="FCD4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8" name="Google Shape;1698;p82"/>
          <p:cNvSpPr/>
          <p:nvPr/>
        </p:nvSpPr>
        <p:spPr>
          <a:xfrm>
            <a:off x="4192138" y="4566350"/>
            <a:ext cx="365275" cy="169300"/>
          </a:xfrm>
          <a:custGeom>
            <a:avLst/>
            <a:gdLst/>
            <a:ahLst/>
            <a:cxnLst/>
            <a:rect l="l" t="t" r="r" b="b"/>
            <a:pathLst>
              <a:path w="14611" h="6772" extrusionOk="0">
                <a:moveTo>
                  <a:pt x="0" y="0"/>
                </a:moveTo>
                <a:lnTo>
                  <a:pt x="0" y="567"/>
                </a:lnTo>
                <a:cubicBezTo>
                  <a:pt x="0" y="567"/>
                  <a:pt x="8340" y="2002"/>
                  <a:pt x="11041" y="2702"/>
                </a:cubicBezTo>
                <a:cubicBezTo>
                  <a:pt x="13777" y="3369"/>
                  <a:pt x="14611" y="4670"/>
                  <a:pt x="14611" y="6772"/>
                </a:cubicBezTo>
                <a:lnTo>
                  <a:pt x="14611" y="6171"/>
                </a:lnTo>
                <a:cubicBezTo>
                  <a:pt x="14611" y="4103"/>
                  <a:pt x="13777" y="2802"/>
                  <a:pt x="11041" y="2102"/>
                </a:cubicBezTo>
                <a:cubicBezTo>
                  <a:pt x="8340" y="1435"/>
                  <a:pt x="0" y="0"/>
                  <a:pt x="0" y="0"/>
                </a:cubicBezTo>
                <a:close/>
              </a:path>
            </a:pathLst>
          </a:custGeom>
          <a:solidFill>
            <a:srgbClr val="FDE0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9" name="Google Shape;1699;p82"/>
          <p:cNvSpPr/>
          <p:nvPr/>
        </p:nvSpPr>
        <p:spPr>
          <a:xfrm>
            <a:off x="4197963" y="4376200"/>
            <a:ext cx="38400" cy="202675"/>
          </a:xfrm>
          <a:custGeom>
            <a:avLst/>
            <a:gdLst/>
            <a:ahLst/>
            <a:cxnLst/>
            <a:rect l="l" t="t" r="r" b="b"/>
            <a:pathLst>
              <a:path w="1536" h="8107" extrusionOk="0">
                <a:moveTo>
                  <a:pt x="1" y="1"/>
                </a:moveTo>
                <a:lnTo>
                  <a:pt x="1" y="8107"/>
                </a:lnTo>
                <a:lnTo>
                  <a:pt x="1535" y="8107"/>
                </a:lnTo>
                <a:lnTo>
                  <a:pt x="1535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0" name="Google Shape;1700;p82"/>
          <p:cNvSpPr/>
          <p:nvPr/>
        </p:nvSpPr>
        <p:spPr>
          <a:xfrm>
            <a:off x="2898713" y="4308650"/>
            <a:ext cx="40875" cy="38400"/>
          </a:xfrm>
          <a:custGeom>
            <a:avLst/>
            <a:gdLst/>
            <a:ahLst/>
            <a:cxnLst/>
            <a:rect l="l" t="t" r="r" b="b"/>
            <a:pathLst>
              <a:path w="1635" h="1536" extrusionOk="0">
                <a:moveTo>
                  <a:pt x="768" y="1"/>
                </a:moveTo>
                <a:cubicBezTo>
                  <a:pt x="367" y="1"/>
                  <a:pt x="0" y="334"/>
                  <a:pt x="0" y="768"/>
                </a:cubicBezTo>
                <a:cubicBezTo>
                  <a:pt x="0" y="1202"/>
                  <a:pt x="367" y="1535"/>
                  <a:pt x="768" y="1535"/>
                </a:cubicBezTo>
                <a:lnTo>
                  <a:pt x="1635" y="1535"/>
                </a:lnTo>
                <a:lnTo>
                  <a:pt x="1635" y="1"/>
                </a:lnTo>
                <a:close/>
              </a:path>
            </a:pathLst>
          </a:custGeom>
          <a:solidFill>
            <a:srgbClr val="B32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1" name="Google Shape;1701;p82"/>
          <p:cNvSpPr/>
          <p:nvPr/>
        </p:nvSpPr>
        <p:spPr>
          <a:xfrm>
            <a:off x="2905388" y="4315325"/>
            <a:ext cx="8350" cy="9200"/>
          </a:xfrm>
          <a:custGeom>
            <a:avLst/>
            <a:gdLst/>
            <a:ahLst/>
            <a:cxnLst/>
            <a:rect l="l" t="t" r="r" b="b"/>
            <a:pathLst>
              <a:path w="334" h="368" extrusionOk="0">
                <a:moveTo>
                  <a:pt x="167" y="1"/>
                </a:moveTo>
                <a:cubicBezTo>
                  <a:pt x="67" y="1"/>
                  <a:pt x="0" y="101"/>
                  <a:pt x="0" y="201"/>
                </a:cubicBezTo>
                <a:cubicBezTo>
                  <a:pt x="0" y="301"/>
                  <a:pt x="67" y="368"/>
                  <a:pt x="167" y="368"/>
                </a:cubicBezTo>
                <a:cubicBezTo>
                  <a:pt x="267" y="368"/>
                  <a:pt x="334" y="301"/>
                  <a:pt x="334" y="201"/>
                </a:cubicBezTo>
                <a:cubicBezTo>
                  <a:pt x="334" y="101"/>
                  <a:pt x="267" y="1"/>
                  <a:pt x="16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2" name="Google Shape;1702;p82"/>
          <p:cNvSpPr/>
          <p:nvPr/>
        </p:nvSpPr>
        <p:spPr>
          <a:xfrm>
            <a:off x="2902888" y="4327825"/>
            <a:ext cx="4175" cy="5050"/>
          </a:xfrm>
          <a:custGeom>
            <a:avLst/>
            <a:gdLst/>
            <a:ahLst/>
            <a:cxnLst/>
            <a:rect l="l" t="t" r="r" b="b"/>
            <a:pathLst>
              <a:path w="167" h="202" extrusionOk="0">
                <a:moveTo>
                  <a:pt x="100" y="1"/>
                </a:moveTo>
                <a:cubicBezTo>
                  <a:pt x="33" y="1"/>
                  <a:pt x="0" y="68"/>
                  <a:pt x="0" y="101"/>
                </a:cubicBezTo>
                <a:cubicBezTo>
                  <a:pt x="0" y="168"/>
                  <a:pt x="33" y="201"/>
                  <a:pt x="100" y="201"/>
                </a:cubicBezTo>
                <a:cubicBezTo>
                  <a:pt x="134" y="201"/>
                  <a:pt x="167" y="134"/>
                  <a:pt x="167" y="101"/>
                </a:cubicBezTo>
                <a:cubicBezTo>
                  <a:pt x="167" y="68"/>
                  <a:pt x="134" y="1"/>
                  <a:pt x="10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3" name="Google Shape;1703;p82"/>
          <p:cNvSpPr/>
          <p:nvPr/>
        </p:nvSpPr>
        <p:spPr>
          <a:xfrm>
            <a:off x="2898713" y="4810675"/>
            <a:ext cx="40875" cy="39225"/>
          </a:xfrm>
          <a:custGeom>
            <a:avLst/>
            <a:gdLst/>
            <a:ahLst/>
            <a:cxnLst/>
            <a:rect l="l" t="t" r="r" b="b"/>
            <a:pathLst>
              <a:path w="1635" h="1569" extrusionOk="0">
                <a:moveTo>
                  <a:pt x="768" y="1"/>
                </a:moveTo>
                <a:cubicBezTo>
                  <a:pt x="367" y="1"/>
                  <a:pt x="0" y="368"/>
                  <a:pt x="0" y="801"/>
                </a:cubicBezTo>
                <a:cubicBezTo>
                  <a:pt x="0" y="1202"/>
                  <a:pt x="367" y="1569"/>
                  <a:pt x="768" y="1569"/>
                </a:cubicBezTo>
                <a:lnTo>
                  <a:pt x="1635" y="1569"/>
                </a:lnTo>
                <a:lnTo>
                  <a:pt x="1635" y="1"/>
                </a:lnTo>
                <a:close/>
              </a:path>
            </a:pathLst>
          </a:custGeom>
          <a:solidFill>
            <a:srgbClr val="B32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4" name="Google Shape;1704;p82"/>
          <p:cNvSpPr/>
          <p:nvPr/>
        </p:nvSpPr>
        <p:spPr>
          <a:xfrm>
            <a:off x="2905388" y="4818200"/>
            <a:ext cx="8350" cy="9175"/>
          </a:xfrm>
          <a:custGeom>
            <a:avLst/>
            <a:gdLst/>
            <a:ahLst/>
            <a:cxnLst/>
            <a:rect l="l" t="t" r="r" b="b"/>
            <a:pathLst>
              <a:path w="334" h="367" extrusionOk="0">
                <a:moveTo>
                  <a:pt x="167" y="0"/>
                </a:moveTo>
                <a:cubicBezTo>
                  <a:pt x="67" y="0"/>
                  <a:pt x="0" y="100"/>
                  <a:pt x="0" y="200"/>
                </a:cubicBezTo>
                <a:cubicBezTo>
                  <a:pt x="0" y="300"/>
                  <a:pt x="67" y="367"/>
                  <a:pt x="167" y="367"/>
                </a:cubicBezTo>
                <a:cubicBezTo>
                  <a:pt x="267" y="367"/>
                  <a:pt x="334" y="300"/>
                  <a:pt x="334" y="200"/>
                </a:cubicBezTo>
                <a:cubicBezTo>
                  <a:pt x="334" y="100"/>
                  <a:pt x="267" y="0"/>
                  <a:pt x="16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5" name="Google Shape;1705;p82"/>
          <p:cNvSpPr/>
          <p:nvPr/>
        </p:nvSpPr>
        <p:spPr>
          <a:xfrm>
            <a:off x="2902888" y="4830700"/>
            <a:ext cx="4175" cy="4200"/>
          </a:xfrm>
          <a:custGeom>
            <a:avLst/>
            <a:gdLst/>
            <a:ahLst/>
            <a:cxnLst/>
            <a:rect l="l" t="t" r="r" b="b"/>
            <a:pathLst>
              <a:path w="167" h="168" extrusionOk="0">
                <a:moveTo>
                  <a:pt x="100" y="0"/>
                </a:moveTo>
                <a:cubicBezTo>
                  <a:pt x="33" y="0"/>
                  <a:pt x="0" y="34"/>
                  <a:pt x="0" y="100"/>
                </a:cubicBezTo>
                <a:cubicBezTo>
                  <a:pt x="0" y="134"/>
                  <a:pt x="33" y="167"/>
                  <a:pt x="100" y="167"/>
                </a:cubicBezTo>
                <a:cubicBezTo>
                  <a:pt x="134" y="167"/>
                  <a:pt x="167" y="134"/>
                  <a:pt x="167" y="100"/>
                </a:cubicBezTo>
                <a:cubicBezTo>
                  <a:pt x="167" y="34"/>
                  <a:pt x="134" y="0"/>
                  <a:pt x="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6" name="Google Shape;1706;p82"/>
          <p:cNvSpPr/>
          <p:nvPr/>
        </p:nvSpPr>
        <p:spPr>
          <a:xfrm>
            <a:off x="2917063" y="4275300"/>
            <a:ext cx="1325975" cy="622125"/>
          </a:xfrm>
          <a:custGeom>
            <a:avLst/>
            <a:gdLst/>
            <a:ahLst/>
            <a:cxnLst/>
            <a:rect l="l" t="t" r="r" b="b"/>
            <a:pathLst>
              <a:path w="53039" h="24885" extrusionOk="0">
                <a:moveTo>
                  <a:pt x="1368" y="0"/>
                </a:moveTo>
                <a:cubicBezTo>
                  <a:pt x="601" y="0"/>
                  <a:pt x="0" y="634"/>
                  <a:pt x="0" y="1368"/>
                </a:cubicBezTo>
                <a:lnTo>
                  <a:pt x="0" y="24485"/>
                </a:lnTo>
                <a:cubicBezTo>
                  <a:pt x="0" y="24685"/>
                  <a:pt x="167" y="24885"/>
                  <a:pt x="400" y="24885"/>
                </a:cubicBezTo>
                <a:lnTo>
                  <a:pt x="8806" y="24885"/>
                </a:lnTo>
                <a:cubicBezTo>
                  <a:pt x="8806" y="24518"/>
                  <a:pt x="8806" y="24151"/>
                  <a:pt x="8873" y="23717"/>
                </a:cubicBezTo>
                <a:cubicBezTo>
                  <a:pt x="9007" y="22884"/>
                  <a:pt x="9140" y="22283"/>
                  <a:pt x="9374" y="21716"/>
                </a:cubicBezTo>
                <a:cubicBezTo>
                  <a:pt x="10074" y="20015"/>
                  <a:pt x="11742" y="18847"/>
                  <a:pt x="13710" y="18847"/>
                </a:cubicBezTo>
                <a:cubicBezTo>
                  <a:pt x="16312" y="18847"/>
                  <a:pt x="18413" y="20949"/>
                  <a:pt x="18413" y="23517"/>
                </a:cubicBezTo>
                <a:cubicBezTo>
                  <a:pt x="18413" y="23918"/>
                  <a:pt x="18447" y="24385"/>
                  <a:pt x="18447" y="24885"/>
                </a:cubicBezTo>
                <a:lnTo>
                  <a:pt x="53038" y="24885"/>
                </a:lnTo>
                <a:lnTo>
                  <a:pt x="53038" y="11575"/>
                </a:lnTo>
                <a:lnTo>
                  <a:pt x="52171" y="11575"/>
                </a:lnTo>
                <a:cubicBezTo>
                  <a:pt x="51971" y="11575"/>
                  <a:pt x="51804" y="11409"/>
                  <a:pt x="51804" y="11209"/>
                </a:cubicBezTo>
                <a:lnTo>
                  <a:pt x="51804" y="5304"/>
                </a:lnTo>
                <a:cubicBezTo>
                  <a:pt x="51804" y="5071"/>
                  <a:pt x="51971" y="4904"/>
                  <a:pt x="52204" y="4904"/>
                </a:cubicBezTo>
                <a:lnTo>
                  <a:pt x="53038" y="4904"/>
                </a:lnTo>
                <a:lnTo>
                  <a:pt x="53038" y="601"/>
                </a:lnTo>
                <a:cubicBezTo>
                  <a:pt x="53038" y="267"/>
                  <a:pt x="52771" y="0"/>
                  <a:pt x="52438" y="0"/>
                </a:cubicBezTo>
                <a:close/>
              </a:path>
            </a:pathLst>
          </a:custGeom>
          <a:solidFill>
            <a:srgbClr val="FABC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7" name="Google Shape;1707;p82"/>
          <p:cNvSpPr/>
          <p:nvPr/>
        </p:nvSpPr>
        <p:spPr>
          <a:xfrm>
            <a:off x="3173063" y="4777325"/>
            <a:ext cx="172650" cy="172650"/>
          </a:xfrm>
          <a:custGeom>
            <a:avLst/>
            <a:gdLst/>
            <a:ahLst/>
            <a:cxnLst/>
            <a:rect l="l" t="t" r="r" b="b"/>
            <a:pathLst>
              <a:path w="6906" h="6906" extrusionOk="0">
                <a:moveTo>
                  <a:pt x="3470" y="1"/>
                </a:moveTo>
                <a:cubicBezTo>
                  <a:pt x="1535" y="1"/>
                  <a:pt x="1" y="1535"/>
                  <a:pt x="1" y="3436"/>
                </a:cubicBezTo>
                <a:cubicBezTo>
                  <a:pt x="1" y="5371"/>
                  <a:pt x="1535" y="6905"/>
                  <a:pt x="3470" y="6905"/>
                </a:cubicBezTo>
                <a:cubicBezTo>
                  <a:pt x="5371" y="6905"/>
                  <a:pt x="6906" y="5371"/>
                  <a:pt x="6906" y="3436"/>
                </a:cubicBezTo>
                <a:cubicBezTo>
                  <a:pt x="6906" y="1535"/>
                  <a:pt x="5371" y="1"/>
                  <a:pt x="3470" y="1"/>
                </a:cubicBezTo>
                <a:close/>
              </a:path>
            </a:pathLst>
          </a:custGeom>
          <a:solidFill>
            <a:srgbClr val="3535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8" name="Google Shape;1708;p82"/>
          <p:cNvSpPr/>
          <p:nvPr/>
        </p:nvSpPr>
        <p:spPr>
          <a:xfrm>
            <a:off x="3208938" y="4813175"/>
            <a:ext cx="100925" cy="100950"/>
          </a:xfrm>
          <a:custGeom>
            <a:avLst/>
            <a:gdLst/>
            <a:ahLst/>
            <a:cxnLst/>
            <a:rect l="l" t="t" r="r" b="b"/>
            <a:pathLst>
              <a:path w="4037" h="4038" extrusionOk="0">
                <a:moveTo>
                  <a:pt x="2035" y="1"/>
                </a:moveTo>
                <a:cubicBezTo>
                  <a:pt x="901" y="1"/>
                  <a:pt x="0" y="902"/>
                  <a:pt x="0" y="2002"/>
                </a:cubicBezTo>
                <a:cubicBezTo>
                  <a:pt x="0" y="3136"/>
                  <a:pt x="901" y="4037"/>
                  <a:pt x="2035" y="4037"/>
                </a:cubicBezTo>
                <a:cubicBezTo>
                  <a:pt x="3136" y="4037"/>
                  <a:pt x="4036" y="3136"/>
                  <a:pt x="4036" y="2002"/>
                </a:cubicBezTo>
                <a:cubicBezTo>
                  <a:pt x="4036" y="902"/>
                  <a:pt x="3136" y="1"/>
                  <a:pt x="2035" y="1"/>
                </a:cubicBezTo>
                <a:close/>
              </a:path>
            </a:pathLst>
          </a:custGeom>
          <a:solidFill>
            <a:srgbClr val="9696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9" name="Google Shape;1709;p82"/>
          <p:cNvSpPr/>
          <p:nvPr/>
        </p:nvSpPr>
        <p:spPr>
          <a:xfrm>
            <a:off x="3237288" y="4840700"/>
            <a:ext cx="45050" cy="45050"/>
          </a:xfrm>
          <a:custGeom>
            <a:avLst/>
            <a:gdLst/>
            <a:ahLst/>
            <a:cxnLst/>
            <a:rect l="l" t="t" r="r" b="b"/>
            <a:pathLst>
              <a:path w="1802" h="1802" extrusionOk="0">
                <a:moveTo>
                  <a:pt x="901" y="1"/>
                </a:moveTo>
                <a:cubicBezTo>
                  <a:pt x="401" y="1"/>
                  <a:pt x="0" y="401"/>
                  <a:pt x="0" y="901"/>
                </a:cubicBezTo>
                <a:cubicBezTo>
                  <a:pt x="0" y="1402"/>
                  <a:pt x="401" y="1802"/>
                  <a:pt x="901" y="1802"/>
                </a:cubicBezTo>
                <a:cubicBezTo>
                  <a:pt x="1401" y="1802"/>
                  <a:pt x="1802" y="1402"/>
                  <a:pt x="1802" y="901"/>
                </a:cubicBezTo>
                <a:cubicBezTo>
                  <a:pt x="1802" y="401"/>
                  <a:pt x="1401" y="1"/>
                  <a:pt x="901" y="1"/>
                </a:cubicBezTo>
                <a:close/>
              </a:path>
            </a:pathLst>
          </a:custGeom>
          <a:solidFill>
            <a:srgbClr val="4F4F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0" name="Google Shape;1710;p82"/>
          <p:cNvSpPr/>
          <p:nvPr/>
        </p:nvSpPr>
        <p:spPr>
          <a:xfrm>
            <a:off x="2905388" y="4858225"/>
            <a:ext cx="245200" cy="43375"/>
          </a:xfrm>
          <a:custGeom>
            <a:avLst/>
            <a:gdLst/>
            <a:ahLst/>
            <a:cxnLst/>
            <a:rect l="l" t="t" r="r" b="b"/>
            <a:pathLst>
              <a:path w="9808" h="1735" extrusionOk="0">
                <a:moveTo>
                  <a:pt x="567" y="0"/>
                </a:moveTo>
                <a:cubicBezTo>
                  <a:pt x="267" y="0"/>
                  <a:pt x="0" y="234"/>
                  <a:pt x="0" y="567"/>
                </a:cubicBezTo>
                <a:lnTo>
                  <a:pt x="0" y="1168"/>
                </a:lnTo>
                <a:cubicBezTo>
                  <a:pt x="0" y="1501"/>
                  <a:pt x="267" y="1735"/>
                  <a:pt x="567" y="1735"/>
                </a:cubicBezTo>
                <a:lnTo>
                  <a:pt x="9440" y="1735"/>
                </a:lnTo>
                <a:cubicBezTo>
                  <a:pt x="9640" y="1735"/>
                  <a:pt x="9807" y="1568"/>
                  <a:pt x="9807" y="1368"/>
                </a:cubicBezTo>
                <a:lnTo>
                  <a:pt x="9807" y="367"/>
                </a:lnTo>
                <a:cubicBezTo>
                  <a:pt x="9807" y="167"/>
                  <a:pt x="9640" y="0"/>
                  <a:pt x="9440" y="0"/>
                </a:cubicBezTo>
                <a:close/>
              </a:path>
            </a:pathLst>
          </a:custGeom>
          <a:solidFill>
            <a:srgbClr val="5D5D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1" name="Google Shape;1711;p82"/>
          <p:cNvSpPr/>
          <p:nvPr/>
        </p:nvSpPr>
        <p:spPr>
          <a:xfrm>
            <a:off x="3364863" y="4858225"/>
            <a:ext cx="550425" cy="44225"/>
          </a:xfrm>
          <a:custGeom>
            <a:avLst/>
            <a:gdLst/>
            <a:ahLst/>
            <a:cxnLst/>
            <a:rect l="l" t="t" r="r" b="b"/>
            <a:pathLst>
              <a:path w="22017" h="1769" extrusionOk="0">
                <a:moveTo>
                  <a:pt x="401" y="0"/>
                </a:moveTo>
                <a:cubicBezTo>
                  <a:pt x="201" y="0"/>
                  <a:pt x="1" y="167"/>
                  <a:pt x="1" y="367"/>
                </a:cubicBezTo>
                <a:lnTo>
                  <a:pt x="1" y="1368"/>
                </a:lnTo>
                <a:cubicBezTo>
                  <a:pt x="1" y="1568"/>
                  <a:pt x="201" y="1768"/>
                  <a:pt x="401" y="1768"/>
                </a:cubicBezTo>
                <a:lnTo>
                  <a:pt x="21450" y="1768"/>
                </a:lnTo>
                <a:cubicBezTo>
                  <a:pt x="21750" y="1768"/>
                  <a:pt x="22017" y="1501"/>
                  <a:pt x="22017" y="1168"/>
                </a:cubicBezTo>
                <a:lnTo>
                  <a:pt x="22017" y="567"/>
                </a:lnTo>
                <a:cubicBezTo>
                  <a:pt x="22017" y="234"/>
                  <a:pt x="21750" y="0"/>
                  <a:pt x="21450" y="0"/>
                </a:cubicBezTo>
                <a:close/>
              </a:path>
            </a:pathLst>
          </a:custGeom>
          <a:solidFill>
            <a:srgbClr val="5D5D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2" name="Google Shape;1712;p82"/>
          <p:cNvSpPr/>
          <p:nvPr/>
        </p:nvSpPr>
        <p:spPr>
          <a:xfrm>
            <a:off x="2909538" y="4317000"/>
            <a:ext cx="1341825" cy="11700"/>
          </a:xfrm>
          <a:custGeom>
            <a:avLst/>
            <a:gdLst/>
            <a:ahLst/>
            <a:cxnLst/>
            <a:rect l="l" t="t" r="r" b="b"/>
            <a:pathLst>
              <a:path w="53673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53439" y="467"/>
                </a:lnTo>
                <a:cubicBezTo>
                  <a:pt x="53573" y="467"/>
                  <a:pt x="53673" y="367"/>
                  <a:pt x="53673" y="234"/>
                </a:cubicBezTo>
                <a:cubicBezTo>
                  <a:pt x="53673" y="100"/>
                  <a:pt x="53573" y="0"/>
                  <a:pt x="53439" y="0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3" name="Google Shape;1713;p82"/>
          <p:cNvSpPr/>
          <p:nvPr/>
        </p:nvSpPr>
        <p:spPr>
          <a:xfrm>
            <a:off x="2907038" y="4594700"/>
            <a:ext cx="994075" cy="9200"/>
          </a:xfrm>
          <a:custGeom>
            <a:avLst/>
            <a:gdLst/>
            <a:ahLst/>
            <a:cxnLst/>
            <a:rect l="l" t="t" r="r" b="b"/>
            <a:pathLst>
              <a:path w="39763" h="368" extrusionOk="0">
                <a:moveTo>
                  <a:pt x="201" y="0"/>
                </a:moveTo>
                <a:cubicBezTo>
                  <a:pt x="101" y="0"/>
                  <a:pt x="1" y="67"/>
                  <a:pt x="1" y="167"/>
                </a:cubicBezTo>
                <a:cubicBezTo>
                  <a:pt x="1" y="267"/>
                  <a:pt x="101" y="367"/>
                  <a:pt x="201" y="367"/>
                </a:cubicBezTo>
                <a:lnTo>
                  <a:pt x="39596" y="367"/>
                </a:lnTo>
                <a:cubicBezTo>
                  <a:pt x="39696" y="367"/>
                  <a:pt x="39763" y="267"/>
                  <a:pt x="39763" y="167"/>
                </a:cubicBezTo>
                <a:cubicBezTo>
                  <a:pt x="39763" y="67"/>
                  <a:pt x="39696" y="0"/>
                  <a:pt x="39596" y="0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4" name="Google Shape;1714;p82"/>
          <p:cNvSpPr/>
          <p:nvPr/>
        </p:nvSpPr>
        <p:spPr>
          <a:xfrm>
            <a:off x="2907038" y="4634725"/>
            <a:ext cx="994075" cy="9200"/>
          </a:xfrm>
          <a:custGeom>
            <a:avLst/>
            <a:gdLst/>
            <a:ahLst/>
            <a:cxnLst/>
            <a:rect l="l" t="t" r="r" b="b"/>
            <a:pathLst>
              <a:path w="39763" h="368" extrusionOk="0">
                <a:moveTo>
                  <a:pt x="201" y="0"/>
                </a:moveTo>
                <a:cubicBezTo>
                  <a:pt x="101" y="0"/>
                  <a:pt x="1" y="67"/>
                  <a:pt x="1" y="201"/>
                </a:cubicBezTo>
                <a:cubicBezTo>
                  <a:pt x="1" y="301"/>
                  <a:pt x="101" y="367"/>
                  <a:pt x="201" y="367"/>
                </a:cubicBezTo>
                <a:lnTo>
                  <a:pt x="39596" y="367"/>
                </a:lnTo>
                <a:cubicBezTo>
                  <a:pt x="39696" y="367"/>
                  <a:pt x="39763" y="301"/>
                  <a:pt x="39763" y="201"/>
                </a:cubicBezTo>
                <a:cubicBezTo>
                  <a:pt x="39763" y="67"/>
                  <a:pt x="39696" y="0"/>
                  <a:pt x="39596" y="0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5" name="Google Shape;1715;p82"/>
          <p:cNvSpPr/>
          <p:nvPr/>
        </p:nvSpPr>
        <p:spPr>
          <a:xfrm>
            <a:off x="2907038" y="4674750"/>
            <a:ext cx="994075" cy="10025"/>
          </a:xfrm>
          <a:custGeom>
            <a:avLst/>
            <a:gdLst/>
            <a:ahLst/>
            <a:cxnLst/>
            <a:rect l="l" t="t" r="r" b="b"/>
            <a:pathLst>
              <a:path w="39763" h="401" extrusionOk="0">
                <a:moveTo>
                  <a:pt x="201" y="1"/>
                </a:moveTo>
                <a:cubicBezTo>
                  <a:pt x="101" y="1"/>
                  <a:pt x="1" y="101"/>
                  <a:pt x="1" y="201"/>
                </a:cubicBezTo>
                <a:cubicBezTo>
                  <a:pt x="1" y="301"/>
                  <a:pt x="101" y="401"/>
                  <a:pt x="201" y="401"/>
                </a:cubicBezTo>
                <a:lnTo>
                  <a:pt x="39596" y="401"/>
                </a:lnTo>
                <a:cubicBezTo>
                  <a:pt x="39696" y="401"/>
                  <a:pt x="39763" y="301"/>
                  <a:pt x="39763" y="201"/>
                </a:cubicBezTo>
                <a:cubicBezTo>
                  <a:pt x="39763" y="101"/>
                  <a:pt x="39696" y="1"/>
                  <a:pt x="39596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6" name="Google Shape;1716;p82"/>
          <p:cNvSpPr/>
          <p:nvPr/>
        </p:nvSpPr>
        <p:spPr>
          <a:xfrm>
            <a:off x="2907038" y="4714775"/>
            <a:ext cx="994075" cy="10050"/>
          </a:xfrm>
          <a:custGeom>
            <a:avLst/>
            <a:gdLst/>
            <a:ahLst/>
            <a:cxnLst/>
            <a:rect l="l" t="t" r="r" b="b"/>
            <a:pathLst>
              <a:path w="39763" h="402" extrusionOk="0">
                <a:moveTo>
                  <a:pt x="201" y="1"/>
                </a:moveTo>
                <a:cubicBezTo>
                  <a:pt x="101" y="1"/>
                  <a:pt x="1" y="101"/>
                  <a:pt x="1" y="201"/>
                </a:cubicBezTo>
                <a:cubicBezTo>
                  <a:pt x="1" y="301"/>
                  <a:pt x="101" y="401"/>
                  <a:pt x="201" y="401"/>
                </a:cubicBezTo>
                <a:lnTo>
                  <a:pt x="39596" y="401"/>
                </a:lnTo>
                <a:cubicBezTo>
                  <a:pt x="39696" y="401"/>
                  <a:pt x="39763" y="301"/>
                  <a:pt x="39763" y="201"/>
                </a:cubicBezTo>
                <a:cubicBezTo>
                  <a:pt x="39763" y="101"/>
                  <a:pt x="39696" y="1"/>
                  <a:pt x="39596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7" name="Google Shape;1717;p82"/>
          <p:cNvSpPr/>
          <p:nvPr/>
        </p:nvSpPr>
        <p:spPr>
          <a:xfrm>
            <a:off x="3701788" y="4397050"/>
            <a:ext cx="199325" cy="161800"/>
          </a:xfrm>
          <a:custGeom>
            <a:avLst/>
            <a:gdLst/>
            <a:ahLst/>
            <a:cxnLst/>
            <a:rect l="l" t="t" r="r" b="b"/>
            <a:pathLst>
              <a:path w="7973" h="6472" extrusionOk="0">
                <a:moveTo>
                  <a:pt x="367" y="1"/>
                </a:moveTo>
                <a:cubicBezTo>
                  <a:pt x="167" y="1"/>
                  <a:pt x="0" y="167"/>
                  <a:pt x="0" y="368"/>
                </a:cubicBezTo>
                <a:lnTo>
                  <a:pt x="0" y="6105"/>
                </a:lnTo>
                <a:cubicBezTo>
                  <a:pt x="0" y="6305"/>
                  <a:pt x="167" y="6472"/>
                  <a:pt x="367" y="6472"/>
                </a:cubicBezTo>
                <a:lnTo>
                  <a:pt x="7606" y="6472"/>
                </a:lnTo>
                <a:cubicBezTo>
                  <a:pt x="7806" y="6472"/>
                  <a:pt x="7973" y="6305"/>
                  <a:pt x="7973" y="6105"/>
                </a:cubicBezTo>
                <a:lnTo>
                  <a:pt x="7973" y="368"/>
                </a:lnTo>
                <a:cubicBezTo>
                  <a:pt x="7973" y="167"/>
                  <a:pt x="7806" y="1"/>
                  <a:pt x="7606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8" name="Google Shape;1718;p82"/>
          <p:cNvSpPr/>
          <p:nvPr/>
        </p:nvSpPr>
        <p:spPr>
          <a:xfrm>
            <a:off x="3708463" y="4404550"/>
            <a:ext cx="185975" cy="147650"/>
          </a:xfrm>
          <a:custGeom>
            <a:avLst/>
            <a:gdLst/>
            <a:ahLst/>
            <a:cxnLst/>
            <a:rect l="l" t="t" r="r" b="b"/>
            <a:pathLst>
              <a:path w="7439" h="5906" extrusionOk="0">
                <a:moveTo>
                  <a:pt x="100" y="1"/>
                </a:moveTo>
                <a:cubicBezTo>
                  <a:pt x="67" y="1"/>
                  <a:pt x="0" y="34"/>
                  <a:pt x="0" y="101"/>
                </a:cubicBezTo>
                <a:lnTo>
                  <a:pt x="0" y="5805"/>
                </a:lnTo>
                <a:cubicBezTo>
                  <a:pt x="0" y="5838"/>
                  <a:pt x="67" y="5905"/>
                  <a:pt x="100" y="5905"/>
                </a:cubicBezTo>
                <a:lnTo>
                  <a:pt x="7339" y="5905"/>
                </a:lnTo>
                <a:cubicBezTo>
                  <a:pt x="7372" y="5905"/>
                  <a:pt x="7439" y="5838"/>
                  <a:pt x="7439" y="5805"/>
                </a:cubicBezTo>
                <a:lnTo>
                  <a:pt x="7439" y="101"/>
                </a:lnTo>
                <a:cubicBezTo>
                  <a:pt x="7439" y="34"/>
                  <a:pt x="7372" y="1"/>
                  <a:pt x="7339" y="1"/>
                </a:cubicBezTo>
                <a:close/>
              </a:path>
            </a:pathLst>
          </a:custGeom>
          <a:solidFill>
            <a:srgbClr val="5081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9" name="Google Shape;1719;p82"/>
          <p:cNvSpPr/>
          <p:nvPr/>
        </p:nvSpPr>
        <p:spPr>
          <a:xfrm>
            <a:off x="3708463" y="4404550"/>
            <a:ext cx="185975" cy="6700"/>
          </a:xfrm>
          <a:custGeom>
            <a:avLst/>
            <a:gdLst/>
            <a:ahLst/>
            <a:cxnLst/>
            <a:rect l="l" t="t" r="r" b="b"/>
            <a:pathLst>
              <a:path w="7439" h="268" extrusionOk="0">
                <a:moveTo>
                  <a:pt x="100" y="1"/>
                </a:moveTo>
                <a:cubicBezTo>
                  <a:pt x="67" y="1"/>
                  <a:pt x="0" y="34"/>
                  <a:pt x="0" y="101"/>
                </a:cubicBezTo>
                <a:lnTo>
                  <a:pt x="0" y="268"/>
                </a:lnTo>
                <a:cubicBezTo>
                  <a:pt x="0" y="234"/>
                  <a:pt x="67" y="168"/>
                  <a:pt x="100" y="168"/>
                </a:cubicBezTo>
                <a:lnTo>
                  <a:pt x="7339" y="168"/>
                </a:lnTo>
                <a:cubicBezTo>
                  <a:pt x="7372" y="168"/>
                  <a:pt x="7439" y="234"/>
                  <a:pt x="7439" y="268"/>
                </a:cubicBezTo>
                <a:lnTo>
                  <a:pt x="7439" y="101"/>
                </a:lnTo>
                <a:cubicBezTo>
                  <a:pt x="7439" y="34"/>
                  <a:pt x="7372" y="1"/>
                  <a:pt x="7339" y="1"/>
                </a:cubicBezTo>
                <a:close/>
              </a:path>
            </a:pathLst>
          </a:custGeom>
          <a:solidFill>
            <a:srgbClr val="A9BD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0" name="Google Shape;1720;p82"/>
          <p:cNvSpPr/>
          <p:nvPr/>
        </p:nvSpPr>
        <p:spPr>
          <a:xfrm>
            <a:off x="3708463" y="4442925"/>
            <a:ext cx="185975" cy="6700"/>
          </a:xfrm>
          <a:custGeom>
            <a:avLst/>
            <a:gdLst/>
            <a:ahLst/>
            <a:cxnLst/>
            <a:rect l="l" t="t" r="r" b="b"/>
            <a:pathLst>
              <a:path w="7439" h="268" extrusionOk="0">
                <a:moveTo>
                  <a:pt x="0" y="0"/>
                </a:moveTo>
                <a:lnTo>
                  <a:pt x="0" y="267"/>
                </a:lnTo>
                <a:lnTo>
                  <a:pt x="7439" y="267"/>
                </a:lnTo>
                <a:lnTo>
                  <a:pt x="7439" y="0"/>
                </a:lnTo>
                <a:close/>
              </a:path>
            </a:pathLst>
          </a:custGeom>
          <a:solidFill>
            <a:srgbClr val="A9BD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1" name="Google Shape;1721;p82"/>
          <p:cNvSpPr/>
          <p:nvPr/>
        </p:nvSpPr>
        <p:spPr>
          <a:xfrm>
            <a:off x="3705963" y="4437925"/>
            <a:ext cx="190975" cy="6675"/>
          </a:xfrm>
          <a:custGeom>
            <a:avLst/>
            <a:gdLst/>
            <a:ahLst/>
            <a:cxnLst/>
            <a:rect l="l" t="t" r="r" b="b"/>
            <a:pathLst>
              <a:path w="7639" h="267" extrusionOk="0">
                <a:moveTo>
                  <a:pt x="0" y="0"/>
                </a:moveTo>
                <a:lnTo>
                  <a:pt x="0" y="267"/>
                </a:lnTo>
                <a:lnTo>
                  <a:pt x="7639" y="267"/>
                </a:lnTo>
                <a:lnTo>
                  <a:pt x="7639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2" name="Google Shape;1722;p82"/>
          <p:cNvSpPr/>
          <p:nvPr/>
        </p:nvSpPr>
        <p:spPr>
          <a:xfrm>
            <a:off x="3457438" y="4397050"/>
            <a:ext cx="200175" cy="161800"/>
          </a:xfrm>
          <a:custGeom>
            <a:avLst/>
            <a:gdLst/>
            <a:ahLst/>
            <a:cxnLst/>
            <a:rect l="l" t="t" r="r" b="b"/>
            <a:pathLst>
              <a:path w="8007" h="6472" extrusionOk="0">
                <a:moveTo>
                  <a:pt x="368" y="1"/>
                </a:moveTo>
                <a:cubicBezTo>
                  <a:pt x="167" y="1"/>
                  <a:pt x="1" y="167"/>
                  <a:pt x="1" y="368"/>
                </a:cubicBezTo>
                <a:lnTo>
                  <a:pt x="1" y="6105"/>
                </a:lnTo>
                <a:cubicBezTo>
                  <a:pt x="1" y="6305"/>
                  <a:pt x="167" y="6472"/>
                  <a:pt x="368" y="6472"/>
                </a:cubicBezTo>
                <a:lnTo>
                  <a:pt x="7606" y="6472"/>
                </a:lnTo>
                <a:cubicBezTo>
                  <a:pt x="7840" y="6472"/>
                  <a:pt x="8006" y="6305"/>
                  <a:pt x="8006" y="6105"/>
                </a:cubicBezTo>
                <a:lnTo>
                  <a:pt x="8006" y="368"/>
                </a:lnTo>
                <a:cubicBezTo>
                  <a:pt x="8006" y="167"/>
                  <a:pt x="7806" y="1"/>
                  <a:pt x="7606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3" name="Google Shape;1723;p82"/>
          <p:cNvSpPr/>
          <p:nvPr/>
        </p:nvSpPr>
        <p:spPr>
          <a:xfrm>
            <a:off x="3464938" y="4404550"/>
            <a:ext cx="185175" cy="147650"/>
          </a:xfrm>
          <a:custGeom>
            <a:avLst/>
            <a:gdLst/>
            <a:ahLst/>
            <a:cxnLst/>
            <a:rect l="l" t="t" r="r" b="b"/>
            <a:pathLst>
              <a:path w="7407" h="5906" extrusionOk="0">
                <a:moveTo>
                  <a:pt x="101" y="1"/>
                </a:moveTo>
                <a:cubicBezTo>
                  <a:pt x="34" y="1"/>
                  <a:pt x="1" y="34"/>
                  <a:pt x="1" y="101"/>
                </a:cubicBezTo>
                <a:lnTo>
                  <a:pt x="1" y="5805"/>
                </a:lnTo>
                <a:cubicBezTo>
                  <a:pt x="1" y="5838"/>
                  <a:pt x="34" y="5905"/>
                  <a:pt x="101" y="5905"/>
                </a:cubicBezTo>
                <a:lnTo>
                  <a:pt x="7306" y="5905"/>
                </a:lnTo>
                <a:cubicBezTo>
                  <a:pt x="7373" y="5905"/>
                  <a:pt x="7406" y="5838"/>
                  <a:pt x="7406" y="5805"/>
                </a:cubicBezTo>
                <a:lnTo>
                  <a:pt x="7406" y="101"/>
                </a:lnTo>
                <a:cubicBezTo>
                  <a:pt x="7406" y="34"/>
                  <a:pt x="7373" y="1"/>
                  <a:pt x="7306" y="1"/>
                </a:cubicBezTo>
                <a:close/>
              </a:path>
            </a:pathLst>
          </a:custGeom>
          <a:solidFill>
            <a:srgbClr val="5081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4" name="Google Shape;1724;p82"/>
          <p:cNvSpPr/>
          <p:nvPr/>
        </p:nvSpPr>
        <p:spPr>
          <a:xfrm>
            <a:off x="3464938" y="4442925"/>
            <a:ext cx="185175" cy="6700"/>
          </a:xfrm>
          <a:custGeom>
            <a:avLst/>
            <a:gdLst/>
            <a:ahLst/>
            <a:cxnLst/>
            <a:rect l="l" t="t" r="r" b="b"/>
            <a:pathLst>
              <a:path w="7407" h="268" extrusionOk="0">
                <a:moveTo>
                  <a:pt x="1" y="0"/>
                </a:moveTo>
                <a:lnTo>
                  <a:pt x="1" y="267"/>
                </a:lnTo>
                <a:lnTo>
                  <a:pt x="7406" y="267"/>
                </a:lnTo>
                <a:lnTo>
                  <a:pt x="7406" y="0"/>
                </a:lnTo>
                <a:close/>
              </a:path>
            </a:pathLst>
          </a:custGeom>
          <a:solidFill>
            <a:srgbClr val="A9BD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5" name="Google Shape;1725;p82"/>
          <p:cNvSpPr/>
          <p:nvPr/>
        </p:nvSpPr>
        <p:spPr>
          <a:xfrm>
            <a:off x="3461613" y="4437925"/>
            <a:ext cx="191000" cy="6675"/>
          </a:xfrm>
          <a:custGeom>
            <a:avLst/>
            <a:gdLst/>
            <a:ahLst/>
            <a:cxnLst/>
            <a:rect l="l" t="t" r="r" b="b"/>
            <a:pathLst>
              <a:path w="7640" h="267" extrusionOk="0">
                <a:moveTo>
                  <a:pt x="0" y="0"/>
                </a:moveTo>
                <a:lnTo>
                  <a:pt x="0" y="267"/>
                </a:lnTo>
                <a:lnTo>
                  <a:pt x="7639" y="267"/>
                </a:lnTo>
                <a:lnTo>
                  <a:pt x="7639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6" name="Google Shape;1726;p82"/>
          <p:cNvSpPr/>
          <p:nvPr/>
        </p:nvSpPr>
        <p:spPr>
          <a:xfrm>
            <a:off x="2968763" y="4397050"/>
            <a:ext cx="201000" cy="161800"/>
          </a:xfrm>
          <a:custGeom>
            <a:avLst/>
            <a:gdLst/>
            <a:ahLst/>
            <a:cxnLst/>
            <a:rect l="l" t="t" r="r" b="b"/>
            <a:pathLst>
              <a:path w="8040" h="6472" extrusionOk="0">
                <a:moveTo>
                  <a:pt x="401" y="1"/>
                </a:moveTo>
                <a:cubicBezTo>
                  <a:pt x="200" y="1"/>
                  <a:pt x="0" y="167"/>
                  <a:pt x="0" y="368"/>
                </a:cubicBezTo>
                <a:lnTo>
                  <a:pt x="0" y="6105"/>
                </a:lnTo>
                <a:cubicBezTo>
                  <a:pt x="0" y="6305"/>
                  <a:pt x="200" y="6472"/>
                  <a:pt x="401" y="6472"/>
                </a:cubicBezTo>
                <a:lnTo>
                  <a:pt x="7639" y="6472"/>
                </a:lnTo>
                <a:cubicBezTo>
                  <a:pt x="7839" y="6472"/>
                  <a:pt x="8039" y="6305"/>
                  <a:pt x="8006" y="6105"/>
                </a:cubicBezTo>
                <a:lnTo>
                  <a:pt x="8006" y="368"/>
                </a:lnTo>
                <a:cubicBezTo>
                  <a:pt x="8006" y="167"/>
                  <a:pt x="7839" y="1"/>
                  <a:pt x="7639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7" name="Google Shape;1727;p82"/>
          <p:cNvSpPr/>
          <p:nvPr/>
        </p:nvSpPr>
        <p:spPr>
          <a:xfrm>
            <a:off x="2976263" y="4404550"/>
            <a:ext cx="186000" cy="147650"/>
          </a:xfrm>
          <a:custGeom>
            <a:avLst/>
            <a:gdLst/>
            <a:ahLst/>
            <a:cxnLst/>
            <a:rect l="l" t="t" r="r" b="b"/>
            <a:pathLst>
              <a:path w="7440" h="5906" extrusionOk="0">
                <a:moveTo>
                  <a:pt x="101" y="1"/>
                </a:moveTo>
                <a:cubicBezTo>
                  <a:pt x="67" y="1"/>
                  <a:pt x="1" y="34"/>
                  <a:pt x="1" y="101"/>
                </a:cubicBezTo>
                <a:lnTo>
                  <a:pt x="1" y="5805"/>
                </a:lnTo>
                <a:cubicBezTo>
                  <a:pt x="1" y="5838"/>
                  <a:pt x="67" y="5905"/>
                  <a:pt x="101" y="5905"/>
                </a:cubicBezTo>
                <a:lnTo>
                  <a:pt x="7339" y="5905"/>
                </a:lnTo>
                <a:cubicBezTo>
                  <a:pt x="7406" y="5905"/>
                  <a:pt x="7439" y="5838"/>
                  <a:pt x="7439" y="5805"/>
                </a:cubicBezTo>
                <a:lnTo>
                  <a:pt x="7439" y="101"/>
                </a:lnTo>
                <a:cubicBezTo>
                  <a:pt x="7439" y="34"/>
                  <a:pt x="7406" y="1"/>
                  <a:pt x="7339" y="1"/>
                </a:cubicBezTo>
                <a:close/>
              </a:path>
            </a:pathLst>
          </a:custGeom>
          <a:solidFill>
            <a:srgbClr val="5081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8" name="Google Shape;1728;p82"/>
          <p:cNvSpPr/>
          <p:nvPr/>
        </p:nvSpPr>
        <p:spPr>
          <a:xfrm>
            <a:off x="2976263" y="4404550"/>
            <a:ext cx="186000" cy="6700"/>
          </a:xfrm>
          <a:custGeom>
            <a:avLst/>
            <a:gdLst/>
            <a:ahLst/>
            <a:cxnLst/>
            <a:rect l="l" t="t" r="r" b="b"/>
            <a:pathLst>
              <a:path w="7440" h="268" extrusionOk="0">
                <a:moveTo>
                  <a:pt x="101" y="1"/>
                </a:moveTo>
                <a:cubicBezTo>
                  <a:pt x="67" y="1"/>
                  <a:pt x="1" y="34"/>
                  <a:pt x="1" y="101"/>
                </a:cubicBezTo>
                <a:lnTo>
                  <a:pt x="1" y="268"/>
                </a:lnTo>
                <a:cubicBezTo>
                  <a:pt x="1" y="234"/>
                  <a:pt x="67" y="168"/>
                  <a:pt x="101" y="168"/>
                </a:cubicBezTo>
                <a:lnTo>
                  <a:pt x="7339" y="168"/>
                </a:lnTo>
                <a:cubicBezTo>
                  <a:pt x="7406" y="168"/>
                  <a:pt x="7439" y="234"/>
                  <a:pt x="7439" y="268"/>
                </a:cubicBezTo>
                <a:lnTo>
                  <a:pt x="7439" y="101"/>
                </a:lnTo>
                <a:cubicBezTo>
                  <a:pt x="7439" y="34"/>
                  <a:pt x="7406" y="1"/>
                  <a:pt x="7339" y="1"/>
                </a:cubicBezTo>
                <a:close/>
              </a:path>
            </a:pathLst>
          </a:custGeom>
          <a:solidFill>
            <a:srgbClr val="A9BD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9" name="Google Shape;1729;p82"/>
          <p:cNvSpPr/>
          <p:nvPr/>
        </p:nvSpPr>
        <p:spPr>
          <a:xfrm>
            <a:off x="2976263" y="4442925"/>
            <a:ext cx="186000" cy="6700"/>
          </a:xfrm>
          <a:custGeom>
            <a:avLst/>
            <a:gdLst/>
            <a:ahLst/>
            <a:cxnLst/>
            <a:rect l="l" t="t" r="r" b="b"/>
            <a:pathLst>
              <a:path w="7440" h="268" extrusionOk="0">
                <a:moveTo>
                  <a:pt x="1" y="0"/>
                </a:moveTo>
                <a:lnTo>
                  <a:pt x="1" y="267"/>
                </a:lnTo>
                <a:lnTo>
                  <a:pt x="7439" y="267"/>
                </a:lnTo>
                <a:lnTo>
                  <a:pt x="7439" y="0"/>
                </a:lnTo>
                <a:close/>
              </a:path>
            </a:pathLst>
          </a:custGeom>
          <a:solidFill>
            <a:srgbClr val="A9BD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0" name="Google Shape;1730;p82"/>
          <p:cNvSpPr/>
          <p:nvPr/>
        </p:nvSpPr>
        <p:spPr>
          <a:xfrm>
            <a:off x="2973763" y="4437925"/>
            <a:ext cx="191000" cy="6675"/>
          </a:xfrm>
          <a:custGeom>
            <a:avLst/>
            <a:gdLst/>
            <a:ahLst/>
            <a:cxnLst/>
            <a:rect l="l" t="t" r="r" b="b"/>
            <a:pathLst>
              <a:path w="7640" h="267" extrusionOk="0">
                <a:moveTo>
                  <a:pt x="0" y="0"/>
                </a:moveTo>
                <a:lnTo>
                  <a:pt x="0" y="267"/>
                </a:lnTo>
                <a:lnTo>
                  <a:pt x="7639" y="267"/>
                </a:lnTo>
                <a:lnTo>
                  <a:pt x="7639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1" name="Google Shape;1731;p82"/>
          <p:cNvSpPr/>
          <p:nvPr/>
        </p:nvSpPr>
        <p:spPr>
          <a:xfrm>
            <a:off x="3213088" y="4397050"/>
            <a:ext cx="200175" cy="161800"/>
          </a:xfrm>
          <a:custGeom>
            <a:avLst/>
            <a:gdLst/>
            <a:ahLst/>
            <a:cxnLst/>
            <a:rect l="l" t="t" r="r" b="b"/>
            <a:pathLst>
              <a:path w="8007" h="6472" extrusionOk="0">
                <a:moveTo>
                  <a:pt x="401" y="1"/>
                </a:moveTo>
                <a:cubicBezTo>
                  <a:pt x="201" y="1"/>
                  <a:pt x="1" y="167"/>
                  <a:pt x="1" y="368"/>
                </a:cubicBezTo>
                <a:lnTo>
                  <a:pt x="1" y="6105"/>
                </a:lnTo>
                <a:cubicBezTo>
                  <a:pt x="1" y="6305"/>
                  <a:pt x="201" y="6472"/>
                  <a:pt x="401" y="6472"/>
                </a:cubicBezTo>
                <a:lnTo>
                  <a:pt x="7640" y="6472"/>
                </a:lnTo>
                <a:cubicBezTo>
                  <a:pt x="7840" y="6472"/>
                  <a:pt x="8007" y="6305"/>
                  <a:pt x="8007" y="6105"/>
                </a:cubicBezTo>
                <a:lnTo>
                  <a:pt x="8007" y="368"/>
                </a:lnTo>
                <a:cubicBezTo>
                  <a:pt x="8007" y="167"/>
                  <a:pt x="7840" y="1"/>
                  <a:pt x="7640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2" name="Google Shape;1732;p82"/>
          <p:cNvSpPr/>
          <p:nvPr/>
        </p:nvSpPr>
        <p:spPr>
          <a:xfrm>
            <a:off x="3220613" y="4404550"/>
            <a:ext cx="185150" cy="147650"/>
          </a:xfrm>
          <a:custGeom>
            <a:avLst/>
            <a:gdLst/>
            <a:ahLst/>
            <a:cxnLst/>
            <a:rect l="l" t="t" r="r" b="b"/>
            <a:pathLst>
              <a:path w="7406" h="5906" extrusionOk="0">
                <a:moveTo>
                  <a:pt x="100" y="1"/>
                </a:moveTo>
                <a:cubicBezTo>
                  <a:pt x="34" y="1"/>
                  <a:pt x="0" y="34"/>
                  <a:pt x="0" y="101"/>
                </a:cubicBezTo>
                <a:lnTo>
                  <a:pt x="0" y="5805"/>
                </a:lnTo>
                <a:cubicBezTo>
                  <a:pt x="0" y="5838"/>
                  <a:pt x="34" y="5905"/>
                  <a:pt x="100" y="5905"/>
                </a:cubicBezTo>
                <a:lnTo>
                  <a:pt x="7339" y="5905"/>
                </a:lnTo>
                <a:cubicBezTo>
                  <a:pt x="7372" y="5905"/>
                  <a:pt x="7405" y="5838"/>
                  <a:pt x="7405" y="5805"/>
                </a:cubicBezTo>
                <a:lnTo>
                  <a:pt x="7405" y="101"/>
                </a:lnTo>
                <a:cubicBezTo>
                  <a:pt x="7405" y="34"/>
                  <a:pt x="7372" y="1"/>
                  <a:pt x="7339" y="1"/>
                </a:cubicBezTo>
                <a:close/>
              </a:path>
            </a:pathLst>
          </a:custGeom>
          <a:solidFill>
            <a:srgbClr val="5081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3" name="Google Shape;1733;p82"/>
          <p:cNvSpPr/>
          <p:nvPr/>
        </p:nvSpPr>
        <p:spPr>
          <a:xfrm>
            <a:off x="3220613" y="4404550"/>
            <a:ext cx="185150" cy="6700"/>
          </a:xfrm>
          <a:custGeom>
            <a:avLst/>
            <a:gdLst/>
            <a:ahLst/>
            <a:cxnLst/>
            <a:rect l="l" t="t" r="r" b="b"/>
            <a:pathLst>
              <a:path w="7406" h="268" extrusionOk="0">
                <a:moveTo>
                  <a:pt x="100" y="1"/>
                </a:moveTo>
                <a:cubicBezTo>
                  <a:pt x="34" y="1"/>
                  <a:pt x="0" y="34"/>
                  <a:pt x="0" y="101"/>
                </a:cubicBezTo>
                <a:lnTo>
                  <a:pt x="0" y="268"/>
                </a:lnTo>
                <a:cubicBezTo>
                  <a:pt x="0" y="234"/>
                  <a:pt x="34" y="168"/>
                  <a:pt x="100" y="168"/>
                </a:cubicBezTo>
                <a:lnTo>
                  <a:pt x="7339" y="168"/>
                </a:lnTo>
                <a:cubicBezTo>
                  <a:pt x="7372" y="168"/>
                  <a:pt x="7405" y="234"/>
                  <a:pt x="7405" y="268"/>
                </a:cubicBezTo>
                <a:lnTo>
                  <a:pt x="7405" y="101"/>
                </a:lnTo>
                <a:cubicBezTo>
                  <a:pt x="7405" y="34"/>
                  <a:pt x="7372" y="1"/>
                  <a:pt x="7339" y="1"/>
                </a:cubicBezTo>
                <a:close/>
              </a:path>
            </a:pathLst>
          </a:custGeom>
          <a:solidFill>
            <a:srgbClr val="A9BD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4" name="Google Shape;1734;p82"/>
          <p:cNvSpPr/>
          <p:nvPr/>
        </p:nvSpPr>
        <p:spPr>
          <a:xfrm>
            <a:off x="3220613" y="4442925"/>
            <a:ext cx="185150" cy="6700"/>
          </a:xfrm>
          <a:custGeom>
            <a:avLst/>
            <a:gdLst/>
            <a:ahLst/>
            <a:cxnLst/>
            <a:rect l="l" t="t" r="r" b="b"/>
            <a:pathLst>
              <a:path w="7406" h="268" extrusionOk="0">
                <a:moveTo>
                  <a:pt x="0" y="0"/>
                </a:moveTo>
                <a:lnTo>
                  <a:pt x="0" y="267"/>
                </a:lnTo>
                <a:lnTo>
                  <a:pt x="7405" y="267"/>
                </a:lnTo>
                <a:lnTo>
                  <a:pt x="7405" y="0"/>
                </a:lnTo>
                <a:close/>
              </a:path>
            </a:pathLst>
          </a:custGeom>
          <a:solidFill>
            <a:srgbClr val="A9BD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5" name="Google Shape;1735;p82"/>
          <p:cNvSpPr/>
          <p:nvPr/>
        </p:nvSpPr>
        <p:spPr>
          <a:xfrm>
            <a:off x="3218113" y="4437925"/>
            <a:ext cx="190975" cy="6675"/>
          </a:xfrm>
          <a:custGeom>
            <a:avLst/>
            <a:gdLst/>
            <a:ahLst/>
            <a:cxnLst/>
            <a:rect l="l" t="t" r="r" b="b"/>
            <a:pathLst>
              <a:path w="7639" h="267" extrusionOk="0">
                <a:moveTo>
                  <a:pt x="0" y="0"/>
                </a:moveTo>
                <a:lnTo>
                  <a:pt x="0" y="267"/>
                </a:lnTo>
                <a:lnTo>
                  <a:pt x="7639" y="267"/>
                </a:lnTo>
                <a:lnTo>
                  <a:pt x="7639" y="0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6" name="Google Shape;1736;p82"/>
          <p:cNvSpPr/>
          <p:nvPr/>
        </p:nvSpPr>
        <p:spPr>
          <a:xfrm>
            <a:off x="4217138" y="4403725"/>
            <a:ext cx="20050" cy="155975"/>
          </a:xfrm>
          <a:custGeom>
            <a:avLst/>
            <a:gdLst/>
            <a:ahLst/>
            <a:cxnLst/>
            <a:rect l="l" t="t" r="r" b="b"/>
            <a:pathLst>
              <a:path w="802" h="6239" extrusionOk="0">
                <a:moveTo>
                  <a:pt x="401" y="1"/>
                </a:moveTo>
                <a:cubicBezTo>
                  <a:pt x="201" y="1"/>
                  <a:pt x="1" y="167"/>
                  <a:pt x="1" y="367"/>
                </a:cubicBezTo>
                <a:lnTo>
                  <a:pt x="1" y="5871"/>
                </a:lnTo>
                <a:cubicBezTo>
                  <a:pt x="1" y="6072"/>
                  <a:pt x="201" y="6238"/>
                  <a:pt x="401" y="6238"/>
                </a:cubicBezTo>
                <a:lnTo>
                  <a:pt x="802" y="6238"/>
                </a:lnTo>
                <a:lnTo>
                  <a:pt x="802" y="1"/>
                </a:lnTo>
                <a:close/>
              </a:path>
            </a:pathLst>
          </a:custGeom>
          <a:solidFill>
            <a:srgbClr val="D8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7" name="Google Shape;1737;p82"/>
          <p:cNvSpPr/>
          <p:nvPr/>
        </p:nvSpPr>
        <p:spPr>
          <a:xfrm>
            <a:off x="4217138" y="4403725"/>
            <a:ext cx="20050" cy="19200"/>
          </a:xfrm>
          <a:custGeom>
            <a:avLst/>
            <a:gdLst/>
            <a:ahLst/>
            <a:cxnLst/>
            <a:rect l="l" t="t" r="r" b="b"/>
            <a:pathLst>
              <a:path w="802" h="768" extrusionOk="0">
                <a:moveTo>
                  <a:pt x="401" y="1"/>
                </a:moveTo>
                <a:cubicBezTo>
                  <a:pt x="201" y="1"/>
                  <a:pt x="1" y="167"/>
                  <a:pt x="1" y="367"/>
                </a:cubicBezTo>
                <a:lnTo>
                  <a:pt x="1" y="768"/>
                </a:lnTo>
                <a:cubicBezTo>
                  <a:pt x="1" y="568"/>
                  <a:pt x="201" y="367"/>
                  <a:pt x="401" y="367"/>
                </a:cubicBezTo>
                <a:lnTo>
                  <a:pt x="802" y="367"/>
                </a:lnTo>
                <a:lnTo>
                  <a:pt x="802" y="1"/>
                </a:lnTo>
                <a:close/>
              </a:path>
            </a:pathLst>
          </a:custGeom>
          <a:solidFill>
            <a:srgbClr val="A9BD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8" name="Google Shape;1738;p82"/>
          <p:cNvSpPr/>
          <p:nvPr/>
        </p:nvSpPr>
        <p:spPr>
          <a:xfrm>
            <a:off x="3137213" y="4895750"/>
            <a:ext cx="850" cy="1675"/>
          </a:xfrm>
          <a:custGeom>
            <a:avLst/>
            <a:gdLst/>
            <a:ahLst/>
            <a:cxnLst/>
            <a:rect l="l" t="t" r="r" b="b"/>
            <a:pathLst>
              <a:path w="34" h="67" extrusionOk="0">
                <a:moveTo>
                  <a:pt x="0" y="0"/>
                </a:moveTo>
                <a:cubicBezTo>
                  <a:pt x="0" y="0"/>
                  <a:pt x="0" y="34"/>
                  <a:pt x="0" y="67"/>
                </a:cubicBezTo>
                <a:lnTo>
                  <a:pt x="34" y="67"/>
                </a:lnTo>
                <a:cubicBezTo>
                  <a:pt x="34" y="34"/>
                  <a:pt x="34" y="0"/>
                  <a:pt x="0" y="0"/>
                </a:cubicBezTo>
                <a:close/>
              </a:path>
            </a:pathLst>
          </a:custGeom>
          <a:solidFill>
            <a:srgbClr val="FDE0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9" name="Google Shape;1739;p82"/>
          <p:cNvSpPr/>
          <p:nvPr/>
        </p:nvSpPr>
        <p:spPr>
          <a:xfrm>
            <a:off x="2917063" y="4275300"/>
            <a:ext cx="1325975" cy="48400"/>
          </a:xfrm>
          <a:custGeom>
            <a:avLst/>
            <a:gdLst/>
            <a:ahLst/>
            <a:cxnLst/>
            <a:rect l="l" t="t" r="r" b="b"/>
            <a:pathLst>
              <a:path w="53039" h="1936" extrusionOk="0">
                <a:moveTo>
                  <a:pt x="1368" y="0"/>
                </a:moveTo>
                <a:cubicBezTo>
                  <a:pt x="601" y="0"/>
                  <a:pt x="0" y="634"/>
                  <a:pt x="0" y="1368"/>
                </a:cubicBezTo>
                <a:lnTo>
                  <a:pt x="0" y="1935"/>
                </a:lnTo>
                <a:cubicBezTo>
                  <a:pt x="0" y="1201"/>
                  <a:pt x="601" y="601"/>
                  <a:pt x="1368" y="601"/>
                </a:cubicBezTo>
                <a:lnTo>
                  <a:pt x="52438" y="601"/>
                </a:lnTo>
                <a:cubicBezTo>
                  <a:pt x="52771" y="601"/>
                  <a:pt x="53038" y="868"/>
                  <a:pt x="53038" y="1168"/>
                </a:cubicBezTo>
                <a:lnTo>
                  <a:pt x="53038" y="601"/>
                </a:lnTo>
                <a:cubicBezTo>
                  <a:pt x="53038" y="267"/>
                  <a:pt x="52771" y="0"/>
                  <a:pt x="52438" y="0"/>
                </a:cubicBezTo>
                <a:close/>
              </a:path>
            </a:pathLst>
          </a:custGeom>
          <a:solidFill>
            <a:srgbClr val="FDE0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0" name="Google Shape;1740;p82"/>
          <p:cNvSpPr/>
          <p:nvPr/>
        </p:nvSpPr>
        <p:spPr>
          <a:xfrm>
            <a:off x="4228813" y="4703950"/>
            <a:ext cx="285250" cy="145125"/>
          </a:xfrm>
          <a:custGeom>
            <a:avLst/>
            <a:gdLst/>
            <a:ahLst/>
            <a:cxnLst/>
            <a:rect l="l" t="t" r="r" b="b"/>
            <a:pathLst>
              <a:path w="11410" h="5805" extrusionOk="0">
                <a:moveTo>
                  <a:pt x="5705" y="0"/>
                </a:moveTo>
                <a:cubicBezTo>
                  <a:pt x="2569" y="0"/>
                  <a:pt x="1" y="2469"/>
                  <a:pt x="1" y="5537"/>
                </a:cubicBezTo>
                <a:cubicBezTo>
                  <a:pt x="1" y="5637"/>
                  <a:pt x="1" y="5738"/>
                  <a:pt x="1" y="5804"/>
                </a:cubicBezTo>
                <a:cubicBezTo>
                  <a:pt x="168" y="2902"/>
                  <a:pt x="2670" y="601"/>
                  <a:pt x="5705" y="601"/>
                </a:cubicBezTo>
                <a:cubicBezTo>
                  <a:pt x="8741" y="601"/>
                  <a:pt x="11242" y="2902"/>
                  <a:pt x="11409" y="5804"/>
                </a:cubicBezTo>
                <a:cubicBezTo>
                  <a:pt x="11409" y="5738"/>
                  <a:pt x="11409" y="5637"/>
                  <a:pt x="11409" y="5537"/>
                </a:cubicBezTo>
                <a:cubicBezTo>
                  <a:pt x="11409" y="2469"/>
                  <a:pt x="8874" y="0"/>
                  <a:pt x="5705" y="0"/>
                </a:cubicBezTo>
                <a:close/>
              </a:path>
            </a:pathLst>
          </a:custGeom>
          <a:solidFill>
            <a:srgbClr val="FDE0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1" name="Google Shape;1741;p82"/>
          <p:cNvSpPr/>
          <p:nvPr/>
        </p:nvSpPr>
        <p:spPr>
          <a:xfrm>
            <a:off x="4471488" y="4821525"/>
            <a:ext cx="106775" cy="80075"/>
          </a:xfrm>
          <a:custGeom>
            <a:avLst/>
            <a:gdLst/>
            <a:ahLst/>
            <a:cxnLst/>
            <a:rect l="l" t="t" r="r" b="b"/>
            <a:pathLst>
              <a:path w="4271" h="3203" extrusionOk="0">
                <a:moveTo>
                  <a:pt x="401" y="0"/>
                </a:moveTo>
                <a:cubicBezTo>
                  <a:pt x="168" y="0"/>
                  <a:pt x="1" y="201"/>
                  <a:pt x="1" y="401"/>
                </a:cubicBezTo>
                <a:lnTo>
                  <a:pt x="1" y="2836"/>
                </a:lnTo>
                <a:cubicBezTo>
                  <a:pt x="1" y="3036"/>
                  <a:pt x="168" y="3203"/>
                  <a:pt x="401" y="3203"/>
                </a:cubicBezTo>
                <a:lnTo>
                  <a:pt x="3670" y="3203"/>
                </a:lnTo>
                <a:cubicBezTo>
                  <a:pt x="4004" y="3203"/>
                  <a:pt x="4271" y="2936"/>
                  <a:pt x="4271" y="2602"/>
                </a:cubicBezTo>
                <a:lnTo>
                  <a:pt x="4271" y="634"/>
                </a:lnTo>
                <a:cubicBezTo>
                  <a:pt x="4271" y="301"/>
                  <a:pt x="4004" y="0"/>
                  <a:pt x="3670" y="0"/>
                </a:cubicBezTo>
                <a:close/>
              </a:path>
            </a:pathLst>
          </a:custGeom>
          <a:solidFill>
            <a:srgbClr val="5D5D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2" name="Google Shape;1742;p82"/>
          <p:cNvSpPr/>
          <p:nvPr/>
        </p:nvSpPr>
        <p:spPr>
          <a:xfrm>
            <a:off x="3951963" y="4387875"/>
            <a:ext cx="222675" cy="513725"/>
          </a:xfrm>
          <a:custGeom>
            <a:avLst/>
            <a:gdLst/>
            <a:ahLst/>
            <a:cxnLst/>
            <a:rect l="l" t="t" r="r" b="b"/>
            <a:pathLst>
              <a:path w="8907" h="20549" extrusionOk="0">
                <a:moveTo>
                  <a:pt x="401" y="1"/>
                </a:moveTo>
                <a:cubicBezTo>
                  <a:pt x="201" y="1"/>
                  <a:pt x="0" y="168"/>
                  <a:pt x="0" y="401"/>
                </a:cubicBezTo>
                <a:lnTo>
                  <a:pt x="0" y="20182"/>
                </a:lnTo>
                <a:cubicBezTo>
                  <a:pt x="0" y="20382"/>
                  <a:pt x="201" y="20549"/>
                  <a:pt x="401" y="20549"/>
                </a:cubicBezTo>
                <a:lnTo>
                  <a:pt x="8506" y="20549"/>
                </a:lnTo>
                <a:cubicBezTo>
                  <a:pt x="8707" y="20549"/>
                  <a:pt x="8907" y="20382"/>
                  <a:pt x="8907" y="20182"/>
                </a:cubicBezTo>
                <a:lnTo>
                  <a:pt x="8907" y="401"/>
                </a:lnTo>
                <a:cubicBezTo>
                  <a:pt x="8907" y="168"/>
                  <a:pt x="8707" y="1"/>
                  <a:pt x="8506" y="1"/>
                </a:cubicBez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3" name="Google Shape;1743;p82"/>
          <p:cNvSpPr/>
          <p:nvPr/>
        </p:nvSpPr>
        <p:spPr>
          <a:xfrm>
            <a:off x="3959463" y="4395375"/>
            <a:ext cx="207675" cy="499550"/>
          </a:xfrm>
          <a:custGeom>
            <a:avLst/>
            <a:gdLst/>
            <a:ahLst/>
            <a:cxnLst/>
            <a:rect l="l" t="t" r="r" b="b"/>
            <a:pathLst>
              <a:path w="8307" h="19982" extrusionOk="0">
                <a:moveTo>
                  <a:pt x="101" y="1"/>
                </a:moveTo>
                <a:cubicBezTo>
                  <a:pt x="34" y="1"/>
                  <a:pt x="1" y="34"/>
                  <a:pt x="1" y="101"/>
                </a:cubicBezTo>
                <a:lnTo>
                  <a:pt x="1" y="19882"/>
                </a:lnTo>
                <a:cubicBezTo>
                  <a:pt x="1" y="19915"/>
                  <a:pt x="34" y="19982"/>
                  <a:pt x="101" y="19982"/>
                </a:cubicBezTo>
                <a:lnTo>
                  <a:pt x="8206" y="19982"/>
                </a:lnTo>
                <a:cubicBezTo>
                  <a:pt x="8273" y="19982"/>
                  <a:pt x="8307" y="19915"/>
                  <a:pt x="8307" y="19882"/>
                </a:cubicBezTo>
                <a:lnTo>
                  <a:pt x="8307" y="101"/>
                </a:lnTo>
                <a:cubicBezTo>
                  <a:pt x="8307" y="34"/>
                  <a:pt x="8273" y="1"/>
                  <a:pt x="8206" y="1"/>
                </a:cubicBezTo>
                <a:close/>
              </a:path>
            </a:pathLst>
          </a:custGeom>
          <a:solidFill>
            <a:srgbClr val="5081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4" name="Google Shape;1744;p82"/>
          <p:cNvSpPr/>
          <p:nvPr/>
        </p:nvSpPr>
        <p:spPr>
          <a:xfrm>
            <a:off x="4059538" y="4390375"/>
            <a:ext cx="7525" cy="507900"/>
          </a:xfrm>
          <a:custGeom>
            <a:avLst/>
            <a:gdLst/>
            <a:ahLst/>
            <a:cxnLst/>
            <a:rect l="l" t="t" r="r" b="b"/>
            <a:pathLst>
              <a:path w="301" h="20316" extrusionOk="0">
                <a:moveTo>
                  <a:pt x="0" y="1"/>
                </a:moveTo>
                <a:lnTo>
                  <a:pt x="0" y="20315"/>
                </a:lnTo>
                <a:lnTo>
                  <a:pt x="301" y="20315"/>
                </a:lnTo>
                <a:lnTo>
                  <a:pt x="301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5" name="Google Shape;1745;p82"/>
          <p:cNvSpPr/>
          <p:nvPr/>
        </p:nvSpPr>
        <p:spPr>
          <a:xfrm>
            <a:off x="3959463" y="4395375"/>
            <a:ext cx="207675" cy="6700"/>
          </a:xfrm>
          <a:custGeom>
            <a:avLst/>
            <a:gdLst/>
            <a:ahLst/>
            <a:cxnLst/>
            <a:rect l="l" t="t" r="r" b="b"/>
            <a:pathLst>
              <a:path w="8307" h="268" extrusionOk="0">
                <a:moveTo>
                  <a:pt x="101" y="1"/>
                </a:moveTo>
                <a:cubicBezTo>
                  <a:pt x="34" y="1"/>
                  <a:pt x="1" y="34"/>
                  <a:pt x="1" y="101"/>
                </a:cubicBezTo>
                <a:lnTo>
                  <a:pt x="1" y="268"/>
                </a:lnTo>
                <a:cubicBezTo>
                  <a:pt x="1" y="234"/>
                  <a:pt x="34" y="168"/>
                  <a:pt x="101" y="168"/>
                </a:cubicBezTo>
                <a:lnTo>
                  <a:pt x="8206" y="168"/>
                </a:lnTo>
                <a:cubicBezTo>
                  <a:pt x="8273" y="168"/>
                  <a:pt x="8307" y="234"/>
                  <a:pt x="8307" y="268"/>
                </a:cubicBezTo>
                <a:lnTo>
                  <a:pt x="8307" y="101"/>
                </a:lnTo>
                <a:cubicBezTo>
                  <a:pt x="8307" y="34"/>
                  <a:pt x="8273" y="1"/>
                  <a:pt x="8206" y="1"/>
                </a:cubicBezTo>
                <a:close/>
              </a:path>
            </a:pathLst>
          </a:custGeom>
          <a:solidFill>
            <a:srgbClr val="A9BD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6" name="Google Shape;1746;p82"/>
          <p:cNvSpPr/>
          <p:nvPr/>
        </p:nvSpPr>
        <p:spPr>
          <a:xfrm>
            <a:off x="3956963" y="4616375"/>
            <a:ext cx="212675" cy="7525"/>
          </a:xfrm>
          <a:custGeom>
            <a:avLst/>
            <a:gdLst/>
            <a:ahLst/>
            <a:cxnLst/>
            <a:rect l="l" t="t" r="r" b="b"/>
            <a:pathLst>
              <a:path w="8507" h="301" extrusionOk="0">
                <a:moveTo>
                  <a:pt x="1" y="1"/>
                </a:moveTo>
                <a:lnTo>
                  <a:pt x="1" y="301"/>
                </a:lnTo>
                <a:lnTo>
                  <a:pt x="8507" y="301"/>
                </a:lnTo>
                <a:lnTo>
                  <a:pt x="8507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7" name="Google Shape;1747;p82"/>
          <p:cNvSpPr/>
          <p:nvPr/>
        </p:nvSpPr>
        <p:spPr>
          <a:xfrm>
            <a:off x="3955288" y="4849875"/>
            <a:ext cx="213525" cy="46725"/>
          </a:xfrm>
          <a:custGeom>
            <a:avLst/>
            <a:gdLst/>
            <a:ahLst/>
            <a:cxnLst/>
            <a:rect l="l" t="t" r="r" b="b"/>
            <a:pathLst>
              <a:path w="8541" h="1869" extrusionOk="0">
                <a:moveTo>
                  <a:pt x="1" y="1"/>
                </a:moveTo>
                <a:lnTo>
                  <a:pt x="1" y="1869"/>
                </a:lnTo>
                <a:lnTo>
                  <a:pt x="8540" y="1869"/>
                </a:lnTo>
                <a:lnTo>
                  <a:pt x="8540" y="1"/>
                </a:lnTo>
                <a:close/>
              </a:path>
            </a:pathLst>
          </a:custGeom>
          <a:solidFill>
            <a:srgbClr val="6647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8" name="Google Shape;1748;p82"/>
          <p:cNvSpPr/>
          <p:nvPr/>
        </p:nvSpPr>
        <p:spPr>
          <a:xfrm>
            <a:off x="4243013" y="4372875"/>
            <a:ext cx="44200" cy="48375"/>
          </a:xfrm>
          <a:custGeom>
            <a:avLst/>
            <a:gdLst/>
            <a:ahLst/>
            <a:cxnLst/>
            <a:rect l="l" t="t" r="r" b="b"/>
            <a:pathLst>
              <a:path w="1768" h="1935" extrusionOk="0">
                <a:moveTo>
                  <a:pt x="0" y="0"/>
                </a:moveTo>
                <a:lnTo>
                  <a:pt x="0" y="167"/>
                </a:lnTo>
                <a:lnTo>
                  <a:pt x="901" y="167"/>
                </a:lnTo>
                <a:cubicBezTo>
                  <a:pt x="1301" y="167"/>
                  <a:pt x="1601" y="501"/>
                  <a:pt x="1601" y="868"/>
                </a:cubicBezTo>
                <a:lnTo>
                  <a:pt x="1601" y="1935"/>
                </a:lnTo>
                <a:lnTo>
                  <a:pt x="1768" y="1935"/>
                </a:lnTo>
                <a:lnTo>
                  <a:pt x="1768" y="868"/>
                </a:lnTo>
                <a:cubicBezTo>
                  <a:pt x="1768" y="367"/>
                  <a:pt x="1401" y="0"/>
                  <a:pt x="901" y="0"/>
                </a:cubicBezTo>
                <a:close/>
              </a:path>
            </a:pathLst>
          </a:custGeom>
          <a:solidFill>
            <a:srgbClr val="494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9" name="Google Shape;1749;p82"/>
          <p:cNvSpPr/>
          <p:nvPr/>
        </p:nvSpPr>
        <p:spPr>
          <a:xfrm>
            <a:off x="4258838" y="4406225"/>
            <a:ext cx="35050" cy="114275"/>
          </a:xfrm>
          <a:custGeom>
            <a:avLst/>
            <a:gdLst/>
            <a:ahLst/>
            <a:cxnLst/>
            <a:rect l="l" t="t" r="r" b="b"/>
            <a:pathLst>
              <a:path w="1402" h="4571" extrusionOk="0">
                <a:moveTo>
                  <a:pt x="568" y="1"/>
                </a:moveTo>
                <a:cubicBezTo>
                  <a:pt x="234" y="1"/>
                  <a:pt x="1" y="267"/>
                  <a:pt x="1" y="568"/>
                </a:cubicBezTo>
                <a:lnTo>
                  <a:pt x="1" y="3603"/>
                </a:lnTo>
                <a:cubicBezTo>
                  <a:pt x="1" y="4137"/>
                  <a:pt x="434" y="4571"/>
                  <a:pt x="968" y="4571"/>
                </a:cubicBezTo>
                <a:lnTo>
                  <a:pt x="1035" y="4571"/>
                </a:lnTo>
                <a:cubicBezTo>
                  <a:pt x="1235" y="4571"/>
                  <a:pt x="1402" y="4404"/>
                  <a:pt x="1402" y="4170"/>
                </a:cubicBezTo>
                <a:lnTo>
                  <a:pt x="1402" y="201"/>
                </a:lnTo>
                <a:cubicBezTo>
                  <a:pt x="1402" y="67"/>
                  <a:pt x="1335" y="1"/>
                  <a:pt x="1202" y="1"/>
                </a:cubicBezTo>
                <a:close/>
              </a:path>
            </a:pathLst>
          </a:custGeom>
          <a:solidFill>
            <a:srgbClr val="5D5D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0" name="Google Shape;1750;p82"/>
          <p:cNvSpPr/>
          <p:nvPr/>
        </p:nvSpPr>
        <p:spPr>
          <a:xfrm>
            <a:off x="4232163" y="4364525"/>
            <a:ext cx="19200" cy="20875"/>
          </a:xfrm>
          <a:custGeom>
            <a:avLst/>
            <a:gdLst/>
            <a:ahLst/>
            <a:cxnLst/>
            <a:rect l="l" t="t" r="r" b="b"/>
            <a:pathLst>
              <a:path w="768" h="835" extrusionOk="0">
                <a:moveTo>
                  <a:pt x="201" y="1"/>
                </a:moveTo>
                <a:cubicBezTo>
                  <a:pt x="100" y="1"/>
                  <a:pt x="0" y="101"/>
                  <a:pt x="0" y="201"/>
                </a:cubicBezTo>
                <a:lnTo>
                  <a:pt x="0" y="635"/>
                </a:lnTo>
                <a:cubicBezTo>
                  <a:pt x="0" y="735"/>
                  <a:pt x="100" y="835"/>
                  <a:pt x="201" y="835"/>
                </a:cubicBezTo>
                <a:lnTo>
                  <a:pt x="567" y="835"/>
                </a:lnTo>
                <a:cubicBezTo>
                  <a:pt x="668" y="835"/>
                  <a:pt x="768" y="735"/>
                  <a:pt x="768" y="635"/>
                </a:cubicBezTo>
                <a:lnTo>
                  <a:pt x="768" y="201"/>
                </a:lnTo>
                <a:cubicBezTo>
                  <a:pt x="768" y="101"/>
                  <a:pt x="668" y="1"/>
                  <a:pt x="567" y="1"/>
                </a:cubicBezTo>
                <a:close/>
              </a:path>
            </a:pathLst>
          </a:custGeom>
          <a:solidFill>
            <a:srgbClr val="5D5D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1" name="Google Shape;1751;p82"/>
          <p:cNvSpPr/>
          <p:nvPr/>
        </p:nvSpPr>
        <p:spPr>
          <a:xfrm>
            <a:off x="6473777" y="2823050"/>
            <a:ext cx="621207" cy="193497"/>
          </a:xfrm>
          <a:custGeom>
            <a:avLst/>
            <a:gdLst/>
            <a:ahLst/>
            <a:cxnLst/>
            <a:rect l="l" t="t" r="r" b="b"/>
            <a:pathLst>
              <a:path w="16279" h="5071" extrusionOk="0">
                <a:moveTo>
                  <a:pt x="8673" y="0"/>
                </a:moveTo>
                <a:cubicBezTo>
                  <a:pt x="7139" y="0"/>
                  <a:pt x="5804" y="934"/>
                  <a:pt x="5237" y="2235"/>
                </a:cubicBezTo>
                <a:cubicBezTo>
                  <a:pt x="4670" y="1735"/>
                  <a:pt x="3936" y="1435"/>
                  <a:pt x="3136" y="1435"/>
                </a:cubicBezTo>
                <a:cubicBezTo>
                  <a:pt x="1401" y="1435"/>
                  <a:pt x="0" y="2836"/>
                  <a:pt x="0" y="4570"/>
                </a:cubicBezTo>
                <a:cubicBezTo>
                  <a:pt x="0" y="4737"/>
                  <a:pt x="0" y="4904"/>
                  <a:pt x="34" y="5071"/>
                </a:cubicBezTo>
                <a:lnTo>
                  <a:pt x="16279" y="5071"/>
                </a:lnTo>
                <a:cubicBezTo>
                  <a:pt x="15978" y="3970"/>
                  <a:pt x="14978" y="3136"/>
                  <a:pt x="13810" y="3136"/>
                </a:cubicBezTo>
                <a:cubicBezTo>
                  <a:pt x="13310" y="3136"/>
                  <a:pt x="12843" y="3269"/>
                  <a:pt x="12443" y="3536"/>
                </a:cubicBezTo>
                <a:cubicBezTo>
                  <a:pt x="12309" y="1568"/>
                  <a:pt x="10675" y="0"/>
                  <a:pt x="8673" y="0"/>
                </a:cubicBezTo>
                <a:close/>
              </a:path>
            </a:pathLst>
          </a:custGeom>
          <a:solidFill>
            <a:srgbClr val="E0CF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52" name="Google Shape;1752;p82"/>
          <p:cNvGrpSpPr/>
          <p:nvPr/>
        </p:nvGrpSpPr>
        <p:grpSpPr>
          <a:xfrm>
            <a:off x="417435" y="237007"/>
            <a:ext cx="591604" cy="615737"/>
            <a:chOff x="5593285" y="1262634"/>
            <a:chExt cx="1852814" cy="1928398"/>
          </a:xfrm>
        </p:grpSpPr>
        <p:sp>
          <p:nvSpPr>
            <p:cNvPr id="1753" name="Google Shape;1753;p82"/>
            <p:cNvSpPr/>
            <p:nvPr/>
          </p:nvSpPr>
          <p:spPr>
            <a:xfrm rot="1799956">
              <a:off x="6377770" y="2014775"/>
              <a:ext cx="639880" cy="1089253"/>
            </a:xfrm>
            <a:custGeom>
              <a:avLst/>
              <a:gdLst/>
              <a:ahLst/>
              <a:cxnLst/>
              <a:rect l="l" t="t" r="r" b="b"/>
              <a:pathLst>
                <a:path w="18178" h="30944" extrusionOk="0">
                  <a:moveTo>
                    <a:pt x="18177" y="0"/>
                  </a:moveTo>
                  <a:lnTo>
                    <a:pt x="1" y="9818"/>
                  </a:lnTo>
                  <a:lnTo>
                    <a:pt x="1" y="30943"/>
                  </a:lnTo>
                  <a:lnTo>
                    <a:pt x="18177" y="20153"/>
                  </a:lnTo>
                  <a:lnTo>
                    <a:pt x="18177" y="0"/>
                  </a:lnTo>
                  <a:close/>
                </a:path>
              </a:pathLst>
            </a:custGeom>
            <a:solidFill>
              <a:srgbClr val="B59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82"/>
            <p:cNvSpPr/>
            <p:nvPr/>
          </p:nvSpPr>
          <p:spPr>
            <a:xfrm rot="1799956">
              <a:off x="6065202" y="1533009"/>
              <a:ext cx="1280781" cy="743652"/>
            </a:xfrm>
            <a:custGeom>
              <a:avLst/>
              <a:gdLst/>
              <a:ahLst/>
              <a:cxnLst/>
              <a:rect l="l" t="t" r="r" b="b"/>
              <a:pathLst>
                <a:path w="36385" h="21126" extrusionOk="0">
                  <a:moveTo>
                    <a:pt x="18694" y="0"/>
                  </a:moveTo>
                  <a:lnTo>
                    <a:pt x="1" y="10821"/>
                  </a:lnTo>
                  <a:lnTo>
                    <a:pt x="18208" y="21125"/>
                  </a:lnTo>
                  <a:lnTo>
                    <a:pt x="36384" y="11307"/>
                  </a:lnTo>
                  <a:lnTo>
                    <a:pt x="18694" y="0"/>
                  </a:lnTo>
                  <a:close/>
                </a:path>
              </a:pathLst>
            </a:custGeom>
            <a:solidFill>
              <a:srgbClr val="E0CF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82"/>
            <p:cNvSpPr/>
            <p:nvPr/>
          </p:nvSpPr>
          <p:spPr>
            <a:xfrm rot="1799956">
              <a:off x="5826936" y="1678634"/>
              <a:ext cx="640936" cy="1106361"/>
            </a:xfrm>
            <a:custGeom>
              <a:avLst/>
              <a:gdLst/>
              <a:ahLst/>
              <a:cxnLst/>
              <a:rect l="l" t="t" r="r" b="b"/>
              <a:pathLst>
                <a:path w="18208" h="31430" extrusionOk="0">
                  <a:moveTo>
                    <a:pt x="1" y="0"/>
                  </a:moveTo>
                  <a:lnTo>
                    <a:pt x="1" y="20639"/>
                  </a:lnTo>
                  <a:lnTo>
                    <a:pt x="18208" y="31429"/>
                  </a:lnTo>
                  <a:lnTo>
                    <a:pt x="18208" y="1030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DB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82"/>
            <p:cNvSpPr/>
            <p:nvPr/>
          </p:nvSpPr>
          <p:spPr>
            <a:xfrm rot="1799956">
              <a:off x="6605689" y="2310697"/>
              <a:ext cx="77090" cy="139149"/>
            </a:xfrm>
            <a:custGeom>
              <a:avLst/>
              <a:gdLst/>
              <a:ahLst/>
              <a:cxnLst/>
              <a:rect l="l" t="t" r="r" b="b"/>
              <a:pathLst>
                <a:path w="2190" h="3953" extrusionOk="0">
                  <a:moveTo>
                    <a:pt x="244" y="1"/>
                  </a:moveTo>
                  <a:cubicBezTo>
                    <a:pt x="153" y="1"/>
                    <a:pt x="61" y="31"/>
                    <a:pt x="1" y="31"/>
                  </a:cubicBezTo>
                  <a:cubicBezTo>
                    <a:pt x="943" y="153"/>
                    <a:pt x="1703" y="973"/>
                    <a:pt x="1703" y="1976"/>
                  </a:cubicBezTo>
                  <a:cubicBezTo>
                    <a:pt x="1703" y="2979"/>
                    <a:pt x="943" y="3800"/>
                    <a:pt x="1" y="3922"/>
                  </a:cubicBezTo>
                  <a:cubicBezTo>
                    <a:pt x="61" y="3922"/>
                    <a:pt x="153" y="3952"/>
                    <a:pt x="244" y="3952"/>
                  </a:cubicBezTo>
                  <a:cubicBezTo>
                    <a:pt x="1308" y="3952"/>
                    <a:pt x="2189" y="3071"/>
                    <a:pt x="2189" y="1976"/>
                  </a:cubicBezTo>
                  <a:cubicBezTo>
                    <a:pt x="2189" y="882"/>
                    <a:pt x="1308" y="1"/>
                    <a:pt x="24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82"/>
            <p:cNvSpPr/>
            <p:nvPr/>
          </p:nvSpPr>
          <p:spPr>
            <a:xfrm rot="1799956">
              <a:off x="6549921" y="2292252"/>
              <a:ext cx="120950" cy="136966"/>
            </a:xfrm>
            <a:custGeom>
              <a:avLst/>
              <a:gdLst/>
              <a:ahLst/>
              <a:cxnLst/>
              <a:rect l="l" t="t" r="r" b="b"/>
              <a:pathLst>
                <a:path w="3436" h="3891" extrusionOk="0">
                  <a:moveTo>
                    <a:pt x="1703" y="0"/>
                  </a:moveTo>
                  <a:cubicBezTo>
                    <a:pt x="761" y="0"/>
                    <a:pt x="1" y="882"/>
                    <a:pt x="1" y="1945"/>
                  </a:cubicBezTo>
                  <a:cubicBezTo>
                    <a:pt x="1" y="3009"/>
                    <a:pt x="761" y="3891"/>
                    <a:pt x="1703" y="3891"/>
                  </a:cubicBezTo>
                  <a:cubicBezTo>
                    <a:pt x="2676" y="3891"/>
                    <a:pt x="3436" y="3009"/>
                    <a:pt x="3436" y="1945"/>
                  </a:cubicBezTo>
                  <a:cubicBezTo>
                    <a:pt x="3436" y="882"/>
                    <a:pt x="2676" y="0"/>
                    <a:pt x="170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82"/>
            <p:cNvSpPr/>
            <p:nvPr/>
          </p:nvSpPr>
          <p:spPr>
            <a:xfrm rot="1799956">
              <a:off x="6442560" y="2687541"/>
              <a:ext cx="78146" cy="139114"/>
            </a:xfrm>
            <a:custGeom>
              <a:avLst/>
              <a:gdLst/>
              <a:ahLst/>
              <a:cxnLst/>
              <a:rect l="l" t="t" r="r" b="b"/>
              <a:pathLst>
                <a:path w="2220" h="3952" extrusionOk="0">
                  <a:moveTo>
                    <a:pt x="244" y="0"/>
                  </a:moveTo>
                  <a:cubicBezTo>
                    <a:pt x="183" y="0"/>
                    <a:pt x="92" y="31"/>
                    <a:pt x="1" y="31"/>
                  </a:cubicBezTo>
                  <a:cubicBezTo>
                    <a:pt x="974" y="152"/>
                    <a:pt x="1734" y="973"/>
                    <a:pt x="1734" y="1976"/>
                  </a:cubicBezTo>
                  <a:cubicBezTo>
                    <a:pt x="1734" y="2979"/>
                    <a:pt x="974" y="3800"/>
                    <a:pt x="1" y="3921"/>
                  </a:cubicBezTo>
                  <a:cubicBezTo>
                    <a:pt x="92" y="3921"/>
                    <a:pt x="183" y="3952"/>
                    <a:pt x="244" y="3952"/>
                  </a:cubicBezTo>
                  <a:cubicBezTo>
                    <a:pt x="1338" y="3952"/>
                    <a:pt x="2220" y="3070"/>
                    <a:pt x="2220" y="1976"/>
                  </a:cubicBezTo>
                  <a:cubicBezTo>
                    <a:pt x="2220" y="882"/>
                    <a:pt x="1338" y="0"/>
                    <a:pt x="24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82"/>
            <p:cNvSpPr/>
            <p:nvPr/>
          </p:nvSpPr>
          <p:spPr>
            <a:xfrm rot="1799956">
              <a:off x="6387808" y="2669343"/>
              <a:ext cx="120950" cy="137001"/>
            </a:xfrm>
            <a:custGeom>
              <a:avLst/>
              <a:gdLst/>
              <a:ahLst/>
              <a:cxnLst/>
              <a:rect l="l" t="t" r="r" b="b"/>
              <a:pathLst>
                <a:path w="3436" h="3892" extrusionOk="0">
                  <a:moveTo>
                    <a:pt x="1703" y="1"/>
                  </a:moveTo>
                  <a:cubicBezTo>
                    <a:pt x="761" y="1"/>
                    <a:pt x="1" y="882"/>
                    <a:pt x="1" y="1946"/>
                  </a:cubicBezTo>
                  <a:cubicBezTo>
                    <a:pt x="1" y="3010"/>
                    <a:pt x="761" y="3891"/>
                    <a:pt x="1703" y="3891"/>
                  </a:cubicBezTo>
                  <a:cubicBezTo>
                    <a:pt x="2676" y="3891"/>
                    <a:pt x="3436" y="3010"/>
                    <a:pt x="3436" y="1946"/>
                  </a:cubicBezTo>
                  <a:cubicBezTo>
                    <a:pt x="3436" y="882"/>
                    <a:pt x="2676" y="1"/>
                    <a:pt x="170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82"/>
            <p:cNvSpPr/>
            <p:nvPr/>
          </p:nvSpPr>
          <p:spPr>
            <a:xfrm rot="1799956">
              <a:off x="6923881" y="2314455"/>
              <a:ext cx="122006" cy="137001"/>
            </a:xfrm>
            <a:custGeom>
              <a:avLst/>
              <a:gdLst/>
              <a:ahLst/>
              <a:cxnLst/>
              <a:rect l="l" t="t" r="r" b="b"/>
              <a:pathLst>
                <a:path w="3466" h="3892" extrusionOk="0">
                  <a:moveTo>
                    <a:pt x="1733" y="1"/>
                  </a:moveTo>
                  <a:cubicBezTo>
                    <a:pt x="791" y="1"/>
                    <a:pt x="1" y="882"/>
                    <a:pt x="1" y="1946"/>
                  </a:cubicBezTo>
                  <a:cubicBezTo>
                    <a:pt x="1" y="3040"/>
                    <a:pt x="791" y="3892"/>
                    <a:pt x="1733" y="3892"/>
                  </a:cubicBezTo>
                  <a:cubicBezTo>
                    <a:pt x="2676" y="3892"/>
                    <a:pt x="3466" y="3040"/>
                    <a:pt x="3466" y="1946"/>
                  </a:cubicBezTo>
                  <a:cubicBezTo>
                    <a:pt x="3466" y="882"/>
                    <a:pt x="26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82"/>
            <p:cNvSpPr/>
            <p:nvPr/>
          </p:nvSpPr>
          <p:spPr>
            <a:xfrm rot="1799956">
              <a:off x="5913516" y="2179727"/>
              <a:ext cx="83496" cy="138550"/>
            </a:xfrm>
            <a:custGeom>
              <a:avLst/>
              <a:gdLst/>
              <a:ahLst/>
              <a:cxnLst/>
              <a:rect l="l" t="t" r="r" b="b"/>
              <a:pathLst>
                <a:path w="2372" h="3936" extrusionOk="0">
                  <a:moveTo>
                    <a:pt x="301" y="0"/>
                  </a:moveTo>
                  <a:cubicBezTo>
                    <a:pt x="282" y="0"/>
                    <a:pt x="263" y="1"/>
                    <a:pt x="244" y="1"/>
                  </a:cubicBezTo>
                  <a:cubicBezTo>
                    <a:pt x="152" y="31"/>
                    <a:pt x="61" y="31"/>
                    <a:pt x="0" y="62"/>
                  </a:cubicBezTo>
                  <a:cubicBezTo>
                    <a:pt x="973" y="123"/>
                    <a:pt x="1763" y="883"/>
                    <a:pt x="1824" y="1886"/>
                  </a:cubicBezTo>
                  <a:cubicBezTo>
                    <a:pt x="1855" y="2889"/>
                    <a:pt x="1155" y="3740"/>
                    <a:pt x="213" y="3922"/>
                  </a:cubicBezTo>
                  <a:cubicBezTo>
                    <a:pt x="254" y="3922"/>
                    <a:pt x="308" y="3936"/>
                    <a:pt x="366" y="3936"/>
                  </a:cubicBezTo>
                  <a:cubicBezTo>
                    <a:pt x="396" y="3936"/>
                    <a:pt x="426" y="3932"/>
                    <a:pt x="456" y="3922"/>
                  </a:cubicBezTo>
                  <a:cubicBezTo>
                    <a:pt x="1520" y="3892"/>
                    <a:pt x="2371" y="2949"/>
                    <a:pt x="2310" y="1855"/>
                  </a:cubicBezTo>
                  <a:cubicBezTo>
                    <a:pt x="2251" y="810"/>
                    <a:pt x="1341" y="0"/>
                    <a:pt x="30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82"/>
            <p:cNvSpPr/>
            <p:nvPr/>
          </p:nvSpPr>
          <p:spPr>
            <a:xfrm rot="1799956">
              <a:off x="5858415" y="2162128"/>
              <a:ext cx="125209" cy="136157"/>
            </a:xfrm>
            <a:custGeom>
              <a:avLst/>
              <a:gdLst/>
              <a:ahLst/>
              <a:cxnLst/>
              <a:rect l="l" t="t" r="r" b="b"/>
              <a:pathLst>
                <a:path w="3557" h="3868" extrusionOk="0">
                  <a:moveTo>
                    <a:pt x="1770" y="1"/>
                  </a:moveTo>
                  <a:cubicBezTo>
                    <a:pt x="1738" y="1"/>
                    <a:pt x="1705" y="2"/>
                    <a:pt x="1672" y="4"/>
                  </a:cubicBezTo>
                  <a:cubicBezTo>
                    <a:pt x="730" y="34"/>
                    <a:pt x="0" y="946"/>
                    <a:pt x="61" y="2040"/>
                  </a:cubicBezTo>
                  <a:cubicBezTo>
                    <a:pt x="120" y="3067"/>
                    <a:pt x="886" y="3867"/>
                    <a:pt x="1787" y="3867"/>
                  </a:cubicBezTo>
                  <a:cubicBezTo>
                    <a:pt x="1819" y="3867"/>
                    <a:pt x="1852" y="3866"/>
                    <a:pt x="1885" y="3864"/>
                  </a:cubicBezTo>
                  <a:cubicBezTo>
                    <a:pt x="2827" y="3834"/>
                    <a:pt x="3557" y="2922"/>
                    <a:pt x="3496" y="1828"/>
                  </a:cubicBezTo>
                  <a:cubicBezTo>
                    <a:pt x="3437" y="801"/>
                    <a:pt x="2671" y="1"/>
                    <a:pt x="177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82"/>
            <p:cNvSpPr/>
            <p:nvPr/>
          </p:nvSpPr>
          <p:spPr>
            <a:xfrm rot="1799956">
              <a:off x="6026175" y="2006187"/>
              <a:ext cx="83496" cy="138163"/>
            </a:xfrm>
            <a:custGeom>
              <a:avLst/>
              <a:gdLst/>
              <a:ahLst/>
              <a:cxnLst/>
              <a:rect l="l" t="t" r="r" b="b"/>
              <a:pathLst>
                <a:path w="2372" h="3925" extrusionOk="0">
                  <a:moveTo>
                    <a:pt x="357" y="1"/>
                  </a:moveTo>
                  <a:cubicBezTo>
                    <a:pt x="320" y="1"/>
                    <a:pt x="282" y="2"/>
                    <a:pt x="244" y="4"/>
                  </a:cubicBezTo>
                  <a:cubicBezTo>
                    <a:pt x="152" y="4"/>
                    <a:pt x="92" y="34"/>
                    <a:pt x="0" y="34"/>
                  </a:cubicBezTo>
                  <a:cubicBezTo>
                    <a:pt x="973" y="95"/>
                    <a:pt x="1763" y="885"/>
                    <a:pt x="1824" y="1888"/>
                  </a:cubicBezTo>
                  <a:cubicBezTo>
                    <a:pt x="1885" y="2861"/>
                    <a:pt x="1186" y="3742"/>
                    <a:pt x="213" y="3894"/>
                  </a:cubicBezTo>
                  <a:cubicBezTo>
                    <a:pt x="304" y="3925"/>
                    <a:pt x="365" y="3925"/>
                    <a:pt x="456" y="3925"/>
                  </a:cubicBezTo>
                  <a:cubicBezTo>
                    <a:pt x="1551" y="3864"/>
                    <a:pt x="2371" y="2922"/>
                    <a:pt x="2310" y="1858"/>
                  </a:cubicBezTo>
                  <a:cubicBezTo>
                    <a:pt x="2252" y="802"/>
                    <a:pt x="1400" y="1"/>
                    <a:pt x="35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82"/>
            <p:cNvSpPr/>
            <p:nvPr/>
          </p:nvSpPr>
          <p:spPr>
            <a:xfrm rot="1799956">
              <a:off x="5972129" y="1988203"/>
              <a:ext cx="125209" cy="137107"/>
            </a:xfrm>
            <a:custGeom>
              <a:avLst/>
              <a:gdLst/>
              <a:ahLst/>
              <a:cxnLst/>
              <a:rect l="l" t="t" r="r" b="b"/>
              <a:pathLst>
                <a:path w="3557" h="3895" extrusionOk="0">
                  <a:moveTo>
                    <a:pt x="1767" y="0"/>
                  </a:moveTo>
                  <a:cubicBezTo>
                    <a:pt x="1736" y="0"/>
                    <a:pt x="1704" y="1"/>
                    <a:pt x="1672" y="3"/>
                  </a:cubicBezTo>
                  <a:cubicBezTo>
                    <a:pt x="700" y="64"/>
                    <a:pt x="1" y="976"/>
                    <a:pt x="61" y="2040"/>
                  </a:cubicBezTo>
                  <a:cubicBezTo>
                    <a:pt x="121" y="3084"/>
                    <a:pt x="884" y="3895"/>
                    <a:pt x="1833" y="3895"/>
                  </a:cubicBezTo>
                  <a:cubicBezTo>
                    <a:pt x="1850" y="3895"/>
                    <a:pt x="1868" y="3894"/>
                    <a:pt x="1885" y="3894"/>
                  </a:cubicBezTo>
                  <a:cubicBezTo>
                    <a:pt x="2827" y="3833"/>
                    <a:pt x="3557" y="2921"/>
                    <a:pt x="3496" y="1857"/>
                  </a:cubicBezTo>
                  <a:cubicBezTo>
                    <a:pt x="3437" y="829"/>
                    <a:pt x="2669" y="0"/>
                    <a:pt x="176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82"/>
            <p:cNvSpPr/>
            <p:nvPr/>
          </p:nvSpPr>
          <p:spPr>
            <a:xfrm rot="1799956">
              <a:off x="6133528" y="1828513"/>
              <a:ext cx="83496" cy="138656"/>
            </a:xfrm>
            <a:custGeom>
              <a:avLst/>
              <a:gdLst/>
              <a:ahLst/>
              <a:cxnLst/>
              <a:rect l="l" t="t" r="r" b="b"/>
              <a:pathLst>
                <a:path w="2372" h="3939" extrusionOk="0">
                  <a:moveTo>
                    <a:pt x="354" y="1"/>
                  </a:moveTo>
                  <a:cubicBezTo>
                    <a:pt x="318" y="1"/>
                    <a:pt x="281" y="2"/>
                    <a:pt x="244" y="4"/>
                  </a:cubicBezTo>
                  <a:cubicBezTo>
                    <a:pt x="153" y="4"/>
                    <a:pt x="92" y="34"/>
                    <a:pt x="1" y="65"/>
                  </a:cubicBezTo>
                  <a:cubicBezTo>
                    <a:pt x="974" y="126"/>
                    <a:pt x="1764" y="885"/>
                    <a:pt x="1825" y="1889"/>
                  </a:cubicBezTo>
                  <a:cubicBezTo>
                    <a:pt x="1885" y="2892"/>
                    <a:pt x="1186" y="3743"/>
                    <a:pt x="214" y="3925"/>
                  </a:cubicBezTo>
                  <a:cubicBezTo>
                    <a:pt x="275" y="3925"/>
                    <a:pt x="335" y="3939"/>
                    <a:pt x="387" y="3939"/>
                  </a:cubicBezTo>
                  <a:cubicBezTo>
                    <a:pt x="413" y="3939"/>
                    <a:pt x="437" y="3935"/>
                    <a:pt x="457" y="3925"/>
                  </a:cubicBezTo>
                  <a:cubicBezTo>
                    <a:pt x="1551" y="3864"/>
                    <a:pt x="2372" y="2952"/>
                    <a:pt x="2311" y="1858"/>
                  </a:cubicBezTo>
                  <a:cubicBezTo>
                    <a:pt x="2252" y="830"/>
                    <a:pt x="1399" y="1"/>
                    <a:pt x="35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82"/>
            <p:cNvSpPr/>
            <p:nvPr/>
          </p:nvSpPr>
          <p:spPr>
            <a:xfrm rot="1799956">
              <a:off x="6079344" y="1811559"/>
              <a:ext cx="125209" cy="136157"/>
            </a:xfrm>
            <a:custGeom>
              <a:avLst/>
              <a:gdLst/>
              <a:ahLst/>
              <a:cxnLst/>
              <a:rect l="l" t="t" r="r" b="b"/>
              <a:pathLst>
                <a:path w="3557" h="3868" extrusionOk="0">
                  <a:moveTo>
                    <a:pt x="1770" y="1"/>
                  </a:moveTo>
                  <a:cubicBezTo>
                    <a:pt x="1738" y="1"/>
                    <a:pt x="1705" y="2"/>
                    <a:pt x="1672" y="4"/>
                  </a:cubicBezTo>
                  <a:cubicBezTo>
                    <a:pt x="730" y="34"/>
                    <a:pt x="0" y="946"/>
                    <a:pt x="61" y="2040"/>
                  </a:cubicBezTo>
                  <a:cubicBezTo>
                    <a:pt x="120" y="3067"/>
                    <a:pt x="886" y="3867"/>
                    <a:pt x="1786" y="3867"/>
                  </a:cubicBezTo>
                  <a:cubicBezTo>
                    <a:pt x="1819" y="3867"/>
                    <a:pt x="1852" y="3866"/>
                    <a:pt x="1885" y="3864"/>
                  </a:cubicBezTo>
                  <a:cubicBezTo>
                    <a:pt x="2827" y="3834"/>
                    <a:pt x="3556" y="2922"/>
                    <a:pt x="3496" y="1828"/>
                  </a:cubicBezTo>
                  <a:cubicBezTo>
                    <a:pt x="3437" y="801"/>
                    <a:pt x="2671" y="1"/>
                    <a:pt x="177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82"/>
            <p:cNvSpPr/>
            <p:nvPr/>
          </p:nvSpPr>
          <p:spPr>
            <a:xfrm rot="1799956">
              <a:off x="6105082" y="2510591"/>
              <a:ext cx="80258" cy="139149"/>
            </a:xfrm>
            <a:custGeom>
              <a:avLst/>
              <a:gdLst/>
              <a:ahLst/>
              <a:cxnLst/>
              <a:rect l="l" t="t" r="r" b="b"/>
              <a:pathLst>
                <a:path w="2280" h="3953" extrusionOk="0">
                  <a:moveTo>
                    <a:pt x="300" y="0"/>
                  </a:moveTo>
                  <a:cubicBezTo>
                    <a:pt x="281" y="0"/>
                    <a:pt x="262" y="0"/>
                    <a:pt x="243" y="1"/>
                  </a:cubicBezTo>
                  <a:cubicBezTo>
                    <a:pt x="152" y="1"/>
                    <a:pt x="91" y="31"/>
                    <a:pt x="0" y="31"/>
                  </a:cubicBezTo>
                  <a:cubicBezTo>
                    <a:pt x="973" y="122"/>
                    <a:pt x="1733" y="943"/>
                    <a:pt x="1763" y="1916"/>
                  </a:cubicBezTo>
                  <a:cubicBezTo>
                    <a:pt x="1793" y="2919"/>
                    <a:pt x="1064" y="3770"/>
                    <a:pt x="91" y="3922"/>
                  </a:cubicBezTo>
                  <a:cubicBezTo>
                    <a:pt x="182" y="3922"/>
                    <a:pt x="274" y="3952"/>
                    <a:pt x="365" y="3952"/>
                  </a:cubicBezTo>
                  <a:cubicBezTo>
                    <a:pt x="1429" y="3922"/>
                    <a:pt x="2280" y="3010"/>
                    <a:pt x="2249" y="1916"/>
                  </a:cubicBezTo>
                  <a:cubicBezTo>
                    <a:pt x="2220" y="841"/>
                    <a:pt x="1368" y="0"/>
                    <a:pt x="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82"/>
            <p:cNvSpPr/>
            <p:nvPr/>
          </p:nvSpPr>
          <p:spPr>
            <a:xfrm rot="1799956">
              <a:off x="6050226" y="2492648"/>
              <a:ext cx="124153" cy="137037"/>
            </a:xfrm>
            <a:custGeom>
              <a:avLst/>
              <a:gdLst/>
              <a:ahLst/>
              <a:cxnLst/>
              <a:rect l="l" t="t" r="r" b="b"/>
              <a:pathLst>
                <a:path w="3527" h="3893" extrusionOk="0">
                  <a:moveTo>
                    <a:pt x="1752" y="0"/>
                  </a:moveTo>
                  <a:cubicBezTo>
                    <a:pt x="1736" y="0"/>
                    <a:pt x="1719" y="1"/>
                    <a:pt x="1703" y="1"/>
                  </a:cubicBezTo>
                  <a:cubicBezTo>
                    <a:pt x="761" y="32"/>
                    <a:pt x="1" y="913"/>
                    <a:pt x="31" y="2007"/>
                  </a:cubicBezTo>
                  <a:cubicBezTo>
                    <a:pt x="61" y="3053"/>
                    <a:pt x="854" y="3893"/>
                    <a:pt x="1776" y="3893"/>
                  </a:cubicBezTo>
                  <a:cubicBezTo>
                    <a:pt x="1792" y="3893"/>
                    <a:pt x="1808" y="3892"/>
                    <a:pt x="1825" y="3892"/>
                  </a:cubicBezTo>
                  <a:cubicBezTo>
                    <a:pt x="2767" y="3862"/>
                    <a:pt x="3527" y="2980"/>
                    <a:pt x="3496" y="1886"/>
                  </a:cubicBezTo>
                  <a:cubicBezTo>
                    <a:pt x="3467" y="840"/>
                    <a:pt x="2674" y="0"/>
                    <a:pt x="175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82"/>
            <p:cNvSpPr/>
            <p:nvPr/>
          </p:nvSpPr>
          <p:spPr>
            <a:xfrm rot="1799956">
              <a:off x="6222434" y="2340105"/>
              <a:ext cx="81349" cy="138093"/>
            </a:xfrm>
            <a:custGeom>
              <a:avLst/>
              <a:gdLst/>
              <a:ahLst/>
              <a:cxnLst/>
              <a:rect l="l" t="t" r="r" b="b"/>
              <a:pathLst>
                <a:path w="2311" h="3923" extrusionOk="0">
                  <a:moveTo>
                    <a:pt x="300" y="1"/>
                  </a:moveTo>
                  <a:cubicBezTo>
                    <a:pt x="281" y="1"/>
                    <a:pt x="262" y="1"/>
                    <a:pt x="243" y="2"/>
                  </a:cubicBezTo>
                  <a:cubicBezTo>
                    <a:pt x="152" y="2"/>
                    <a:pt x="91" y="32"/>
                    <a:pt x="0" y="32"/>
                  </a:cubicBezTo>
                  <a:cubicBezTo>
                    <a:pt x="973" y="123"/>
                    <a:pt x="1763" y="913"/>
                    <a:pt x="1793" y="1916"/>
                  </a:cubicBezTo>
                  <a:cubicBezTo>
                    <a:pt x="1824" y="2920"/>
                    <a:pt x="1094" y="3771"/>
                    <a:pt x="122" y="3923"/>
                  </a:cubicBezTo>
                  <a:lnTo>
                    <a:pt x="365" y="3923"/>
                  </a:lnTo>
                  <a:cubicBezTo>
                    <a:pt x="1459" y="3892"/>
                    <a:pt x="2310" y="2980"/>
                    <a:pt x="2280" y="1916"/>
                  </a:cubicBezTo>
                  <a:cubicBezTo>
                    <a:pt x="2250" y="841"/>
                    <a:pt x="1369" y="1"/>
                    <a:pt x="30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82"/>
            <p:cNvSpPr/>
            <p:nvPr/>
          </p:nvSpPr>
          <p:spPr>
            <a:xfrm rot="1799956">
              <a:off x="6168660" y="2322194"/>
              <a:ext cx="123062" cy="135945"/>
            </a:xfrm>
            <a:custGeom>
              <a:avLst/>
              <a:gdLst/>
              <a:ahLst/>
              <a:cxnLst/>
              <a:rect l="l" t="t" r="r" b="b"/>
              <a:pathLst>
                <a:path w="3496" h="3862" extrusionOk="0">
                  <a:moveTo>
                    <a:pt x="1723" y="0"/>
                  </a:moveTo>
                  <a:cubicBezTo>
                    <a:pt x="1706" y="0"/>
                    <a:pt x="1689" y="0"/>
                    <a:pt x="1672" y="1"/>
                  </a:cubicBezTo>
                  <a:cubicBezTo>
                    <a:pt x="730" y="31"/>
                    <a:pt x="0" y="913"/>
                    <a:pt x="31" y="1977"/>
                  </a:cubicBezTo>
                  <a:cubicBezTo>
                    <a:pt x="61" y="3022"/>
                    <a:pt x="824" y="3862"/>
                    <a:pt x="1745" y="3862"/>
                  </a:cubicBezTo>
                  <a:cubicBezTo>
                    <a:pt x="1761" y="3862"/>
                    <a:pt x="1777" y="3862"/>
                    <a:pt x="1794" y="3861"/>
                  </a:cubicBezTo>
                  <a:cubicBezTo>
                    <a:pt x="2736" y="3831"/>
                    <a:pt x="3496" y="2949"/>
                    <a:pt x="3465" y="1885"/>
                  </a:cubicBezTo>
                  <a:cubicBezTo>
                    <a:pt x="3436" y="840"/>
                    <a:pt x="2672" y="0"/>
                    <a:pt x="172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82"/>
            <p:cNvSpPr/>
            <p:nvPr/>
          </p:nvSpPr>
          <p:spPr>
            <a:xfrm rot="1799956">
              <a:off x="6333998" y="2166084"/>
              <a:ext cx="81349" cy="138093"/>
            </a:xfrm>
            <a:custGeom>
              <a:avLst/>
              <a:gdLst/>
              <a:ahLst/>
              <a:cxnLst/>
              <a:rect l="l" t="t" r="r" b="b"/>
              <a:pathLst>
                <a:path w="2311" h="3923" extrusionOk="0">
                  <a:moveTo>
                    <a:pt x="301" y="0"/>
                  </a:moveTo>
                  <a:cubicBezTo>
                    <a:pt x="282" y="0"/>
                    <a:pt x="263" y="1"/>
                    <a:pt x="244" y="1"/>
                  </a:cubicBezTo>
                  <a:cubicBezTo>
                    <a:pt x="183" y="1"/>
                    <a:pt x="92" y="1"/>
                    <a:pt x="1" y="32"/>
                  </a:cubicBezTo>
                  <a:cubicBezTo>
                    <a:pt x="973" y="123"/>
                    <a:pt x="1764" y="913"/>
                    <a:pt x="1794" y="1916"/>
                  </a:cubicBezTo>
                  <a:cubicBezTo>
                    <a:pt x="1824" y="2919"/>
                    <a:pt x="1095" y="3740"/>
                    <a:pt x="122" y="3892"/>
                  </a:cubicBezTo>
                  <a:cubicBezTo>
                    <a:pt x="213" y="3922"/>
                    <a:pt x="274" y="3922"/>
                    <a:pt x="365" y="3922"/>
                  </a:cubicBezTo>
                  <a:cubicBezTo>
                    <a:pt x="1460" y="3892"/>
                    <a:pt x="2311" y="2980"/>
                    <a:pt x="2280" y="1916"/>
                  </a:cubicBezTo>
                  <a:cubicBezTo>
                    <a:pt x="2250" y="841"/>
                    <a:pt x="1369" y="0"/>
                    <a:pt x="30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82"/>
            <p:cNvSpPr/>
            <p:nvPr/>
          </p:nvSpPr>
          <p:spPr>
            <a:xfrm rot="1799956">
              <a:off x="6280230" y="2148150"/>
              <a:ext cx="123097" cy="135981"/>
            </a:xfrm>
            <a:custGeom>
              <a:avLst/>
              <a:gdLst/>
              <a:ahLst/>
              <a:cxnLst/>
              <a:rect l="l" t="t" r="r" b="b"/>
              <a:pathLst>
                <a:path w="3497" h="3863" extrusionOk="0">
                  <a:moveTo>
                    <a:pt x="1754" y="1"/>
                  </a:moveTo>
                  <a:cubicBezTo>
                    <a:pt x="1737" y="1"/>
                    <a:pt x="1720" y="1"/>
                    <a:pt x="1703" y="2"/>
                  </a:cubicBezTo>
                  <a:cubicBezTo>
                    <a:pt x="730" y="2"/>
                    <a:pt x="1" y="913"/>
                    <a:pt x="31" y="1977"/>
                  </a:cubicBezTo>
                  <a:cubicBezTo>
                    <a:pt x="61" y="3023"/>
                    <a:pt x="825" y="3863"/>
                    <a:pt x="1745" y="3863"/>
                  </a:cubicBezTo>
                  <a:cubicBezTo>
                    <a:pt x="1762" y="3863"/>
                    <a:pt x="1778" y="3862"/>
                    <a:pt x="1794" y="3862"/>
                  </a:cubicBezTo>
                  <a:cubicBezTo>
                    <a:pt x="2767" y="3831"/>
                    <a:pt x="3496" y="2950"/>
                    <a:pt x="3466" y="1886"/>
                  </a:cubicBezTo>
                  <a:cubicBezTo>
                    <a:pt x="3436" y="812"/>
                    <a:pt x="2673" y="1"/>
                    <a:pt x="175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82"/>
            <p:cNvSpPr/>
            <p:nvPr/>
          </p:nvSpPr>
          <p:spPr>
            <a:xfrm rot="1799956">
              <a:off x="7043305" y="2079862"/>
              <a:ext cx="93106" cy="137705"/>
            </a:xfrm>
            <a:custGeom>
              <a:avLst/>
              <a:gdLst/>
              <a:ahLst/>
              <a:cxnLst/>
              <a:rect l="l" t="t" r="r" b="b"/>
              <a:pathLst>
                <a:path w="2645" h="3912" extrusionOk="0">
                  <a:moveTo>
                    <a:pt x="578" y="0"/>
                  </a:moveTo>
                  <a:cubicBezTo>
                    <a:pt x="1520" y="244"/>
                    <a:pt x="2128" y="1186"/>
                    <a:pt x="2007" y="2158"/>
                  </a:cubicBezTo>
                  <a:cubicBezTo>
                    <a:pt x="1858" y="3140"/>
                    <a:pt x="1010" y="3831"/>
                    <a:pt x="62" y="3831"/>
                  </a:cubicBezTo>
                  <a:cubicBezTo>
                    <a:pt x="41" y="3831"/>
                    <a:pt x="21" y="3831"/>
                    <a:pt x="0" y="3830"/>
                  </a:cubicBezTo>
                  <a:lnTo>
                    <a:pt x="0" y="3830"/>
                  </a:lnTo>
                  <a:cubicBezTo>
                    <a:pt x="92" y="3861"/>
                    <a:pt x="152" y="3891"/>
                    <a:pt x="244" y="3891"/>
                  </a:cubicBezTo>
                  <a:cubicBezTo>
                    <a:pt x="341" y="3904"/>
                    <a:pt x="437" y="3911"/>
                    <a:pt x="531" y="3911"/>
                  </a:cubicBezTo>
                  <a:cubicBezTo>
                    <a:pt x="1504" y="3911"/>
                    <a:pt x="2327" y="3219"/>
                    <a:pt x="2493" y="2250"/>
                  </a:cubicBezTo>
                  <a:cubicBezTo>
                    <a:pt x="2645" y="1155"/>
                    <a:pt x="1885" y="152"/>
                    <a:pt x="82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82"/>
            <p:cNvSpPr/>
            <p:nvPr/>
          </p:nvSpPr>
          <p:spPr>
            <a:xfrm rot="1799956">
              <a:off x="6993310" y="2060930"/>
              <a:ext cx="130595" cy="136192"/>
            </a:xfrm>
            <a:custGeom>
              <a:avLst/>
              <a:gdLst/>
              <a:ahLst/>
              <a:cxnLst/>
              <a:rect l="l" t="t" r="r" b="b"/>
              <a:pathLst>
                <a:path w="3710" h="3869" extrusionOk="0">
                  <a:moveTo>
                    <a:pt x="1918" y="0"/>
                  </a:moveTo>
                  <a:cubicBezTo>
                    <a:pt x="1066" y="0"/>
                    <a:pt x="292" y="719"/>
                    <a:pt x="153" y="1691"/>
                  </a:cubicBezTo>
                  <a:cubicBezTo>
                    <a:pt x="1" y="2755"/>
                    <a:pt x="639" y="3728"/>
                    <a:pt x="1581" y="3849"/>
                  </a:cubicBezTo>
                  <a:cubicBezTo>
                    <a:pt x="1662" y="3862"/>
                    <a:pt x="1743" y="3869"/>
                    <a:pt x="1822" y="3869"/>
                  </a:cubicBezTo>
                  <a:cubicBezTo>
                    <a:pt x="2670" y="3869"/>
                    <a:pt x="3418" y="3150"/>
                    <a:pt x="3557" y="2177"/>
                  </a:cubicBezTo>
                  <a:cubicBezTo>
                    <a:pt x="3709" y="1114"/>
                    <a:pt x="3101" y="141"/>
                    <a:pt x="2159" y="19"/>
                  </a:cubicBezTo>
                  <a:cubicBezTo>
                    <a:pt x="2078" y="6"/>
                    <a:pt x="1998" y="0"/>
                    <a:pt x="191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82"/>
            <p:cNvSpPr/>
            <p:nvPr/>
          </p:nvSpPr>
          <p:spPr>
            <a:xfrm rot="1799956">
              <a:off x="6578787" y="2060069"/>
              <a:ext cx="93106" cy="138761"/>
            </a:xfrm>
            <a:custGeom>
              <a:avLst/>
              <a:gdLst/>
              <a:ahLst/>
              <a:cxnLst/>
              <a:rect l="l" t="t" r="r" b="b"/>
              <a:pathLst>
                <a:path w="2645" h="3942" extrusionOk="0">
                  <a:moveTo>
                    <a:pt x="578" y="1"/>
                  </a:moveTo>
                  <a:cubicBezTo>
                    <a:pt x="1520" y="274"/>
                    <a:pt x="2128" y="1186"/>
                    <a:pt x="2006" y="2189"/>
                  </a:cubicBezTo>
                  <a:cubicBezTo>
                    <a:pt x="1854" y="3162"/>
                    <a:pt x="973" y="3861"/>
                    <a:pt x="0" y="3861"/>
                  </a:cubicBezTo>
                  <a:cubicBezTo>
                    <a:pt x="91" y="3861"/>
                    <a:pt x="152" y="3892"/>
                    <a:pt x="243" y="3922"/>
                  </a:cubicBezTo>
                  <a:cubicBezTo>
                    <a:pt x="337" y="3935"/>
                    <a:pt x="430" y="3941"/>
                    <a:pt x="522" y="3941"/>
                  </a:cubicBezTo>
                  <a:cubicBezTo>
                    <a:pt x="1499" y="3941"/>
                    <a:pt x="2326" y="3223"/>
                    <a:pt x="2493" y="2250"/>
                  </a:cubicBezTo>
                  <a:cubicBezTo>
                    <a:pt x="2645" y="1186"/>
                    <a:pt x="1885" y="183"/>
                    <a:pt x="821" y="31"/>
                  </a:cubicBezTo>
                  <a:cubicBezTo>
                    <a:pt x="730" y="1"/>
                    <a:pt x="669" y="1"/>
                    <a:pt x="57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82"/>
            <p:cNvSpPr/>
            <p:nvPr/>
          </p:nvSpPr>
          <p:spPr>
            <a:xfrm rot="1799956">
              <a:off x="6528794" y="2041340"/>
              <a:ext cx="130560" cy="136825"/>
            </a:xfrm>
            <a:custGeom>
              <a:avLst/>
              <a:gdLst/>
              <a:ahLst/>
              <a:cxnLst/>
              <a:rect l="l" t="t" r="r" b="b"/>
              <a:pathLst>
                <a:path w="3709" h="3887" extrusionOk="0">
                  <a:moveTo>
                    <a:pt x="1953" y="1"/>
                  </a:moveTo>
                  <a:cubicBezTo>
                    <a:pt x="1087" y="1"/>
                    <a:pt x="293" y="700"/>
                    <a:pt x="153" y="1686"/>
                  </a:cubicBezTo>
                  <a:cubicBezTo>
                    <a:pt x="1" y="2749"/>
                    <a:pt x="639" y="3722"/>
                    <a:pt x="1581" y="3874"/>
                  </a:cubicBezTo>
                  <a:cubicBezTo>
                    <a:pt x="1648" y="3883"/>
                    <a:pt x="1714" y="3887"/>
                    <a:pt x="1780" y="3887"/>
                  </a:cubicBezTo>
                  <a:cubicBezTo>
                    <a:pt x="2644" y="3887"/>
                    <a:pt x="3416" y="3163"/>
                    <a:pt x="3557" y="2202"/>
                  </a:cubicBezTo>
                  <a:cubicBezTo>
                    <a:pt x="3709" y="1139"/>
                    <a:pt x="3101" y="166"/>
                    <a:pt x="2159" y="14"/>
                  </a:cubicBezTo>
                  <a:cubicBezTo>
                    <a:pt x="2090" y="5"/>
                    <a:pt x="2021" y="1"/>
                    <a:pt x="195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82"/>
            <p:cNvSpPr/>
            <p:nvPr/>
          </p:nvSpPr>
          <p:spPr>
            <a:xfrm rot="1799956">
              <a:off x="6345570" y="1648704"/>
              <a:ext cx="93106" cy="138726"/>
            </a:xfrm>
            <a:custGeom>
              <a:avLst/>
              <a:gdLst/>
              <a:ahLst/>
              <a:cxnLst/>
              <a:rect l="l" t="t" r="r" b="b"/>
              <a:pathLst>
                <a:path w="2645" h="3941" extrusionOk="0">
                  <a:moveTo>
                    <a:pt x="578" y="0"/>
                  </a:moveTo>
                  <a:cubicBezTo>
                    <a:pt x="1520" y="274"/>
                    <a:pt x="2128" y="1186"/>
                    <a:pt x="2007" y="2189"/>
                  </a:cubicBezTo>
                  <a:cubicBezTo>
                    <a:pt x="1855" y="3161"/>
                    <a:pt x="1003" y="3861"/>
                    <a:pt x="0" y="3861"/>
                  </a:cubicBezTo>
                  <a:cubicBezTo>
                    <a:pt x="92" y="3861"/>
                    <a:pt x="183" y="3891"/>
                    <a:pt x="244" y="3921"/>
                  </a:cubicBezTo>
                  <a:cubicBezTo>
                    <a:pt x="337" y="3934"/>
                    <a:pt x="430" y="3941"/>
                    <a:pt x="522" y="3941"/>
                  </a:cubicBezTo>
                  <a:cubicBezTo>
                    <a:pt x="1499" y="3941"/>
                    <a:pt x="2326" y="3222"/>
                    <a:pt x="2493" y="2250"/>
                  </a:cubicBezTo>
                  <a:cubicBezTo>
                    <a:pt x="2645" y="1186"/>
                    <a:pt x="1885" y="183"/>
                    <a:pt x="821" y="31"/>
                  </a:cubicBezTo>
                  <a:cubicBezTo>
                    <a:pt x="730" y="0"/>
                    <a:pt x="669" y="0"/>
                    <a:pt x="57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82"/>
            <p:cNvSpPr/>
            <p:nvPr/>
          </p:nvSpPr>
          <p:spPr>
            <a:xfrm rot="1799956">
              <a:off x="6295495" y="1630245"/>
              <a:ext cx="131651" cy="136825"/>
            </a:xfrm>
            <a:custGeom>
              <a:avLst/>
              <a:gdLst/>
              <a:ahLst/>
              <a:cxnLst/>
              <a:rect l="l" t="t" r="r" b="b"/>
              <a:pathLst>
                <a:path w="3740" h="3887" extrusionOk="0">
                  <a:moveTo>
                    <a:pt x="1954" y="0"/>
                  </a:moveTo>
                  <a:cubicBezTo>
                    <a:pt x="1092" y="0"/>
                    <a:pt x="324" y="699"/>
                    <a:pt x="183" y="1685"/>
                  </a:cubicBezTo>
                  <a:cubicBezTo>
                    <a:pt x="1" y="2749"/>
                    <a:pt x="639" y="3722"/>
                    <a:pt x="1581" y="3874"/>
                  </a:cubicBezTo>
                  <a:cubicBezTo>
                    <a:pt x="1648" y="3882"/>
                    <a:pt x="1714" y="3886"/>
                    <a:pt x="1780" y="3886"/>
                  </a:cubicBezTo>
                  <a:cubicBezTo>
                    <a:pt x="2649" y="3886"/>
                    <a:pt x="3446" y="3162"/>
                    <a:pt x="3588" y="2202"/>
                  </a:cubicBezTo>
                  <a:cubicBezTo>
                    <a:pt x="3739" y="1138"/>
                    <a:pt x="3101" y="165"/>
                    <a:pt x="2159" y="13"/>
                  </a:cubicBezTo>
                  <a:cubicBezTo>
                    <a:pt x="2090" y="4"/>
                    <a:pt x="2022" y="0"/>
                    <a:pt x="195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82"/>
            <p:cNvSpPr/>
            <p:nvPr/>
          </p:nvSpPr>
          <p:spPr>
            <a:xfrm rot="1799956">
              <a:off x="6698617" y="1852529"/>
              <a:ext cx="93106" cy="138726"/>
            </a:xfrm>
            <a:custGeom>
              <a:avLst/>
              <a:gdLst/>
              <a:ahLst/>
              <a:cxnLst/>
              <a:rect l="l" t="t" r="r" b="b"/>
              <a:pathLst>
                <a:path w="2645" h="3941" extrusionOk="0">
                  <a:moveTo>
                    <a:pt x="578" y="0"/>
                  </a:moveTo>
                  <a:cubicBezTo>
                    <a:pt x="1520" y="274"/>
                    <a:pt x="2128" y="1186"/>
                    <a:pt x="2006" y="2189"/>
                  </a:cubicBezTo>
                  <a:cubicBezTo>
                    <a:pt x="1854" y="3161"/>
                    <a:pt x="973" y="3861"/>
                    <a:pt x="0" y="3861"/>
                  </a:cubicBezTo>
                  <a:cubicBezTo>
                    <a:pt x="91" y="3861"/>
                    <a:pt x="152" y="3891"/>
                    <a:pt x="243" y="3921"/>
                  </a:cubicBezTo>
                  <a:cubicBezTo>
                    <a:pt x="337" y="3934"/>
                    <a:pt x="430" y="3941"/>
                    <a:pt x="522" y="3941"/>
                  </a:cubicBezTo>
                  <a:cubicBezTo>
                    <a:pt x="1499" y="3941"/>
                    <a:pt x="2326" y="3222"/>
                    <a:pt x="2493" y="2250"/>
                  </a:cubicBezTo>
                  <a:cubicBezTo>
                    <a:pt x="2645" y="1186"/>
                    <a:pt x="1885" y="183"/>
                    <a:pt x="821" y="31"/>
                  </a:cubicBezTo>
                  <a:cubicBezTo>
                    <a:pt x="730" y="0"/>
                    <a:pt x="669" y="0"/>
                    <a:pt x="57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82"/>
            <p:cNvSpPr/>
            <p:nvPr/>
          </p:nvSpPr>
          <p:spPr>
            <a:xfrm rot="1799956">
              <a:off x="6648542" y="1834071"/>
              <a:ext cx="131651" cy="136825"/>
            </a:xfrm>
            <a:custGeom>
              <a:avLst/>
              <a:gdLst/>
              <a:ahLst/>
              <a:cxnLst/>
              <a:rect l="l" t="t" r="r" b="b"/>
              <a:pathLst>
                <a:path w="3740" h="3887" extrusionOk="0">
                  <a:moveTo>
                    <a:pt x="1953" y="0"/>
                  </a:moveTo>
                  <a:cubicBezTo>
                    <a:pt x="1087" y="0"/>
                    <a:pt x="293" y="699"/>
                    <a:pt x="153" y="1685"/>
                  </a:cubicBezTo>
                  <a:cubicBezTo>
                    <a:pt x="1" y="2749"/>
                    <a:pt x="639" y="3722"/>
                    <a:pt x="1581" y="3874"/>
                  </a:cubicBezTo>
                  <a:cubicBezTo>
                    <a:pt x="1648" y="3882"/>
                    <a:pt x="1714" y="3886"/>
                    <a:pt x="1780" y="3886"/>
                  </a:cubicBezTo>
                  <a:cubicBezTo>
                    <a:pt x="2644" y="3886"/>
                    <a:pt x="3416" y="3162"/>
                    <a:pt x="3557" y="2202"/>
                  </a:cubicBezTo>
                  <a:cubicBezTo>
                    <a:pt x="3739" y="1138"/>
                    <a:pt x="3101" y="165"/>
                    <a:pt x="2159" y="13"/>
                  </a:cubicBezTo>
                  <a:cubicBezTo>
                    <a:pt x="2090" y="4"/>
                    <a:pt x="2021" y="0"/>
                    <a:pt x="195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82"/>
            <p:cNvSpPr/>
            <p:nvPr/>
          </p:nvSpPr>
          <p:spPr>
            <a:xfrm rot="1799956">
              <a:off x="6773797" y="2671255"/>
              <a:ext cx="122006" cy="135945"/>
            </a:xfrm>
            <a:custGeom>
              <a:avLst/>
              <a:gdLst/>
              <a:ahLst/>
              <a:cxnLst/>
              <a:rect l="l" t="t" r="r" b="b"/>
              <a:pathLst>
                <a:path w="3466" h="3862" extrusionOk="0">
                  <a:moveTo>
                    <a:pt x="1733" y="1"/>
                  </a:moveTo>
                  <a:cubicBezTo>
                    <a:pt x="791" y="1"/>
                    <a:pt x="1" y="852"/>
                    <a:pt x="1" y="1946"/>
                  </a:cubicBezTo>
                  <a:cubicBezTo>
                    <a:pt x="1" y="3010"/>
                    <a:pt x="791" y="3861"/>
                    <a:pt x="1733" y="3861"/>
                  </a:cubicBezTo>
                  <a:cubicBezTo>
                    <a:pt x="2675" y="3861"/>
                    <a:pt x="3466" y="3010"/>
                    <a:pt x="3466" y="1946"/>
                  </a:cubicBezTo>
                  <a:cubicBezTo>
                    <a:pt x="3466" y="852"/>
                    <a:pt x="2675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82"/>
            <p:cNvSpPr/>
            <p:nvPr/>
          </p:nvSpPr>
          <p:spPr>
            <a:xfrm rot="1799956">
              <a:off x="6979385" y="2333920"/>
              <a:ext cx="78146" cy="138057"/>
            </a:xfrm>
            <a:custGeom>
              <a:avLst/>
              <a:gdLst/>
              <a:ahLst/>
              <a:cxnLst/>
              <a:rect l="l" t="t" r="r" b="b"/>
              <a:pathLst>
                <a:path w="2220" h="3922" extrusionOk="0">
                  <a:moveTo>
                    <a:pt x="0" y="1"/>
                  </a:moveTo>
                  <a:cubicBezTo>
                    <a:pt x="973" y="123"/>
                    <a:pt x="1733" y="943"/>
                    <a:pt x="1733" y="1946"/>
                  </a:cubicBezTo>
                  <a:cubicBezTo>
                    <a:pt x="1733" y="2949"/>
                    <a:pt x="973" y="3770"/>
                    <a:pt x="0" y="3892"/>
                  </a:cubicBezTo>
                  <a:cubicBezTo>
                    <a:pt x="92" y="3922"/>
                    <a:pt x="183" y="3922"/>
                    <a:pt x="244" y="3922"/>
                  </a:cubicBezTo>
                  <a:cubicBezTo>
                    <a:pt x="1338" y="3922"/>
                    <a:pt x="2219" y="3040"/>
                    <a:pt x="2219" y="1946"/>
                  </a:cubicBezTo>
                  <a:cubicBezTo>
                    <a:pt x="2219" y="882"/>
                    <a:pt x="1338" y="1"/>
                    <a:pt x="24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82"/>
            <p:cNvSpPr/>
            <p:nvPr/>
          </p:nvSpPr>
          <p:spPr>
            <a:xfrm rot="1799956">
              <a:off x="6829301" y="2689664"/>
              <a:ext cx="78146" cy="139114"/>
            </a:xfrm>
            <a:custGeom>
              <a:avLst/>
              <a:gdLst/>
              <a:ahLst/>
              <a:cxnLst/>
              <a:rect l="l" t="t" r="r" b="b"/>
              <a:pathLst>
                <a:path w="2220" h="3952" extrusionOk="0">
                  <a:moveTo>
                    <a:pt x="243" y="1"/>
                  </a:moveTo>
                  <a:cubicBezTo>
                    <a:pt x="152" y="1"/>
                    <a:pt x="91" y="31"/>
                    <a:pt x="0" y="31"/>
                  </a:cubicBezTo>
                  <a:cubicBezTo>
                    <a:pt x="973" y="153"/>
                    <a:pt x="1733" y="973"/>
                    <a:pt x="1733" y="1976"/>
                  </a:cubicBezTo>
                  <a:cubicBezTo>
                    <a:pt x="1733" y="2979"/>
                    <a:pt x="973" y="3800"/>
                    <a:pt x="0" y="3922"/>
                  </a:cubicBezTo>
                  <a:cubicBezTo>
                    <a:pt x="91" y="3922"/>
                    <a:pt x="152" y="3952"/>
                    <a:pt x="243" y="3952"/>
                  </a:cubicBezTo>
                  <a:cubicBezTo>
                    <a:pt x="1338" y="3952"/>
                    <a:pt x="2219" y="3070"/>
                    <a:pt x="2219" y="1976"/>
                  </a:cubicBezTo>
                  <a:cubicBezTo>
                    <a:pt x="2219" y="882"/>
                    <a:pt x="1338" y="1"/>
                    <a:pt x="24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82"/>
            <p:cNvSpPr/>
            <p:nvPr/>
          </p:nvSpPr>
          <p:spPr>
            <a:xfrm rot="1799956">
              <a:off x="6823445" y="1643404"/>
              <a:ext cx="93106" cy="138726"/>
            </a:xfrm>
            <a:custGeom>
              <a:avLst/>
              <a:gdLst/>
              <a:ahLst/>
              <a:cxnLst/>
              <a:rect l="l" t="t" r="r" b="b"/>
              <a:pathLst>
                <a:path w="2645" h="3941" extrusionOk="0">
                  <a:moveTo>
                    <a:pt x="578" y="0"/>
                  </a:moveTo>
                  <a:cubicBezTo>
                    <a:pt x="1520" y="274"/>
                    <a:pt x="2128" y="1186"/>
                    <a:pt x="2007" y="2189"/>
                  </a:cubicBezTo>
                  <a:cubicBezTo>
                    <a:pt x="1855" y="3161"/>
                    <a:pt x="1003" y="3861"/>
                    <a:pt x="0" y="3861"/>
                  </a:cubicBezTo>
                  <a:cubicBezTo>
                    <a:pt x="92" y="3861"/>
                    <a:pt x="183" y="3891"/>
                    <a:pt x="244" y="3921"/>
                  </a:cubicBezTo>
                  <a:cubicBezTo>
                    <a:pt x="337" y="3934"/>
                    <a:pt x="430" y="3941"/>
                    <a:pt x="522" y="3941"/>
                  </a:cubicBezTo>
                  <a:cubicBezTo>
                    <a:pt x="1499" y="3941"/>
                    <a:pt x="2326" y="3222"/>
                    <a:pt x="2493" y="2250"/>
                  </a:cubicBezTo>
                  <a:cubicBezTo>
                    <a:pt x="2645" y="1186"/>
                    <a:pt x="1885" y="183"/>
                    <a:pt x="821" y="31"/>
                  </a:cubicBezTo>
                  <a:cubicBezTo>
                    <a:pt x="730" y="0"/>
                    <a:pt x="669" y="0"/>
                    <a:pt x="57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82"/>
            <p:cNvSpPr/>
            <p:nvPr/>
          </p:nvSpPr>
          <p:spPr>
            <a:xfrm rot="1799956">
              <a:off x="6773370" y="1624945"/>
              <a:ext cx="131651" cy="136825"/>
            </a:xfrm>
            <a:custGeom>
              <a:avLst/>
              <a:gdLst/>
              <a:ahLst/>
              <a:cxnLst/>
              <a:rect l="l" t="t" r="r" b="b"/>
              <a:pathLst>
                <a:path w="3740" h="3887" extrusionOk="0">
                  <a:moveTo>
                    <a:pt x="1954" y="0"/>
                  </a:moveTo>
                  <a:cubicBezTo>
                    <a:pt x="1092" y="0"/>
                    <a:pt x="324" y="699"/>
                    <a:pt x="183" y="1685"/>
                  </a:cubicBezTo>
                  <a:cubicBezTo>
                    <a:pt x="1" y="2749"/>
                    <a:pt x="639" y="3722"/>
                    <a:pt x="1581" y="3874"/>
                  </a:cubicBezTo>
                  <a:cubicBezTo>
                    <a:pt x="1648" y="3882"/>
                    <a:pt x="1714" y="3886"/>
                    <a:pt x="1780" y="3886"/>
                  </a:cubicBezTo>
                  <a:cubicBezTo>
                    <a:pt x="2649" y="3886"/>
                    <a:pt x="3446" y="3162"/>
                    <a:pt x="3588" y="2202"/>
                  </a:cubicBezTo>
                  <a:cubicBezTo>
                    <a:pt x="3739" y="1138"/>
                    <a:pt x="3101" y="165"/>
                    <a:pt x="2159" y="13"/>
                  </a:cubicBezTo>
                  <a:cubicBezTo>
                    <a:pt x="2090" y="4"/>
                    <a:pt x="2022" y="0"/>
                    <a:pt x="195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6" name="Google Shape;1786;p82"/>
          <p:cNvSpPr txBox="1"/>
          <p:nvPr/>
        </p:nvSpPr>
        <p:spPr>
          <a:xfrm>
            <a:off x="241628" y="690571"/>
            <a:ext cx="9432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Roll the Dice</a:t>
            </a:r>
            <a:endParaRPr sz="1000">
              <a:solidFill>
                <a:srgbClr val="FFFFFF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787" name="Google Shape;1787;p82">
            <a:hlinkClick r:id="rId3" action="ppaction://hlinksldjump"/>
          </p:cNvPr>
          <p:cNvSpPr/>
          <p:nvPr/>
        </p:nvSpPr>
        <p:spPr>
          <a:xfrm>
            <a:off x="312438" y="237000"/>
            <a:ext cx="801600" cy="801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33FA36-718F-B4E6-54C1-35CED6259C66}"/>
              </a:ext>
            </a:extLst>
          </p:cNvPr>
          <p:cNvSpPr/>
          <p:nvPr/>
        </p:nvSpPr>
        <p:spPr>
          <a:xfrm>
            <a:off x="104161" y="3767378"/>
            <a:ext cx="2481733" cy="100414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function is implemented in:</a:t>
            </a:r>
          </a:p>
          <a:p>
            <a:pPr algn="ctr"/>
            <a:r>
              <a:rPr lang="en-US" dirty="0">
                <a:solidFill>
                  <a:schemeClr val="accent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c: </a:t>
            </a:r>
            <a:r>
              <a:rPr lang="en-US" dirty="0" err="1">
                <a:solidFill>
                  <a:schemeClr val="accent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manual_rand</a:t>
            </a:r>
            <a:endParaRPr lang="en-US" dirty="0">
              <a:solidFill>
                <a:schemeClr val="accent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r>
              <a:rPr lang="en-US" dirty="0">
                <a:solidFill>
                  <a:schemeClr val="accent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Assembly: </a:t>
            </a:r>
            <a:r>
              <a:rPr lang="en-US" dirty="0" err="1">
                <a:solidFill>
                  <a:schemeClr val="accent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manual_rand</a:t>
            </a:r>
            <a:endParaRPr lang="en-US" dirty="0">
              <a:solidFill>
                <a:schemeClr val="accent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122" name="Picture 2" descr="Egypt University of Informatics - EUI | Cairo">
            <a:extLst>
              <a:ext uri="{FF2B5EF4-FFF2-40B4-BE49-F238E27FC236}">
                <a16:creationId xmlns:a16="http://schemas.microsoft.com/office/drawing/2014/main" id="{FC289F58-3333-B2F5-EA06-CAAE8DA3C1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5" t="8795" r="16515" b="6543"/>
          <a:stretch>
            <a:fillRect/>
          </a:stretch>
        </p:blipFill>
        <p:spPr bwMode="auto">
          <a:xfrm>
            <a:off x="8524568" y="0"/>
            <a:ext cx="619432" cy="849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83"/>
          <p:cNvSpPr txBox="1">
            <a:spLocks noGrp="1"/>
          </p:cNvSpPr>
          <p:nvPr>
            <p:ph type="title"/>
          </p:nvPr>
        </p:nvSpPr>
        <p:spPr>
          <a:xfrm>
            <a:off x="-246439" y="59986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Refrences</a:t>
            </a:r>
            <a:r>
              <a:rPr lang="en-US" dirty="0"/>
              <a:t>:</a:t>
            </a:r>
            <a:endParaRPr dirty="0"/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6A911A4D-B724-A80F-CEAB-4D8E125BF8A9}"/>
              </a:ext>
            </a:extLst>
          </p:cNvPr>
          <p:cNvSpPr/>
          <p:nvPr/>
        </p:nvSpPr>
        <p:spPr>
          <a:xfrm>
            <a:off x="1918009" y="1022196"/>
            <a:ext cx="4527395" cy="2512740"/>
          </a:xfrm>
          <a:prstGeom prst="flowChartAlternateProcess">
            <a:avLst/>
          </a:prstGeom>
          <a:solidFill>
            <a:schemeClr val="tx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451E1C-0951-235F-5D5D-2ABEAF3961F9}"/>
              </a:ext>
            </a:extLst>
          </p:cNvPr>
          <p:cNvSpPr txBox="1"/>
          <p:nvPr/>
        </p:nvSpPr>
        <p:spPr>
          <a:xfrm>
            <a:off x="2401229" y="1524000"/>
            <a:ext cx="365016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Lectures slides</a:t>
            </a:r>
          </a:p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Computer 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systems:A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Programmer’s 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Perespective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textbook</a:t>
            </a:r>
          </a:p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Claude 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AI:https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://claude.ai</a:t>
            </a:r>
          </a:p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6146" name="Picture 2" descr="Egypt University of Informatics - EUI | Cairo">
            <a:extLst>
              <a:ext uri="{FF2B5EF4-FFF2-40B4-BE49-F238E27FC236}">
                <a16:creationId xmlns:a16="http://schemas.microsoft.com/office/drawing/2014/main" id="{624DA095-EAB9-D3EF-40A8-BBFFCF148F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53" t="9828" r="15592" b="5057"/>
          <a:stretch>
            <a:fillRect/>
          </a:stretch>
        </p:blipFill>
        <p:spPr bwMode="auto">
          <a:xfrm>
            <a:off x="8436076" y="1"/>
            <a:ext cx="707923" cy="946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84"/>
          <p:cNvSpPr txBox="1">
            <a:spLocks noGrp="1"/>
          </p:cNvSpPr>
          <p:nvPr>
            <p:ph type="title" idx="2"/>
          </p:nvPr>
        </p:nvSpPr>
        <p:spPr>
          <a:xfrm>
            <a:off x="-362135" y="1668624"/>
            <a:ext cx="3578982" cy="138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Contribution table</a:t>
            </a:r>
            <a:endParaRPr sz="2800" dirty="0"/>
          </a:p>
        </p:txBody>
      </p:sp>
      <p:sp>
        <p:nvSpPr>
          <p:cNvPr id="1829" name="Google Shape;1829;p84"/>
          <p:cNvSpPr/>
          <p:nvPr/>
        </p:nvSpPr>
        <p:spPr>
          <a:xfrm rot="-1800746">
            <a:off x="417366" y="3811636"/>
            <a:ext cx="1183346" cy="1110356"/>
          </a:xfrm>
          <a:prstGeom prst="roundRect">
            <a:avLst>
              <a:gd name="adj" fmla="val 16667"/>
            </a:avLst>
          </a:prstGeom>
          <a:solidFill>
            <a:srgbClr val="5081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500" dirty="0">
              <a:solidFill>
                <a:srgbClr val="CEEBFF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grpSp>
        <p:nvGrpSpPr>
          <p:cNvPr id="1830" name="Google Shape;1830;p84"/>
          <p:cNvGrpSpPr/>
          <p:nvPr/>
        </p:nvGrpSpPr>
        <p:grpSpPr>
          <a:xfrm>
            <a:off x="417435" y="237007"/>
            <a:ext cx="591604" cy="615737"/>
            <a:chOff x="5593285" y="1262634"/>
            <a:chExt cx="1852814" cy="1928398"/>
          </a:xfrm>
        </p:grpSpPr>
        <p:sp>
          <p:nvSpPr>
            <p:cNvPr id="1831" name="Google Shape;1831;p84"/>
            <p:cNvSpPr/>
            <p:nvPr/>
          </p:nvSpPr>
          <p:spPr>
            <a:xfrm rot="1799956">
              <a:off x="6377770" y="2014775"/>
              <a:ext cx="639880" cy="1089253"/>
            </a:xfrm>
            <a:custGeom>
              <a:avLst/>
              <a:gdLst/>
              <a:ahLst/>
              <a:cxnLst/>
              <a:rect l="l" t="t" r="r" b="b"/>
              <a:pathLst>
                <a:path w="18178" h="30944" extrusionOk="0">
                  <a:moveTo>
                    <a:pt x="18177" y="0"/>
                  </a:moveTo>
                  <a:lnTo>
                    <a:pt x="1" y="9818"/>
                  </a:lnTo>
                  <a:lnTo>
                    <a:pt x="1" y="30943"/>
                  </a:lnTo>
                  <a:lnTo>
                    <a:pt x="18177" y="20153"/>
                  </a:lnTo>
                  <a:lnTo>
                    <a:pt x="18177" y="0"/>
                  </a:lnTo>
                  <a:close/>
                </a:path>
              </a:pathLst>
            </a:custGeom>
            <a:solidFill>
              <a:srgbClr val="B59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84"/>
            <p:cNvSpPr/>
            <p:nvPr/>
          </p:nvSpPr>
          <p:spPr>
            <a:xfrm rot="1799956">
              <a:off x="6065202" y="1533009"/>
              <a:ext cx="1280781" cy="743652"/>
            </a:xfrm>
            <a:custGeom>
              <a:avLst/>
              <a:gdLst/>
              <a:ahLst/>
              <a:cxnLst/>
              <a:rect l="l" t="t" r="r" b="b"/>
              <a:pathLst>
                <a:path w="36385" h="21126" extrusionOk="0">
                  <a:moveTo>
                    <a:pt x="18694" y="0"/>
                  </a:moveTo>
                  <a:lnTo>
                    <a:pt x="1" y="10821"/>
                  </a:lnTo>
                  <a:lnTo>
                    <a:pt x="18208" y="21125"/>
                  </a:lnTo>
                  <a:lnTo>
                    <a:pt x="36384" y="11307"/>
                  </a:lnTo>
                  <a:lnTo>
                    <a:pt x="18694" y="0"/>
                  </a:lnTo>
                  <a:close/>
                </a:path>
              </a:pathLst>
            </a:custGeom>
            <a:solidFill>
              <a:srgbClr val="E0CF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84"/>
            <p:cNvSpPr/>
            <p:nvPr/>
          </p:nvSpPr>
          <p:spPr>
            <a:xfrm rot="1799956">
              <a:off x="5826936" y="1678634"/>
              <a:ext cx="640936" cy="1106361"/>
            </a:xfrm>
            <a:custGeom>
              <a:avLst/>
              <a:gdLst/>
              <a:ahLst/>
              <a:cxnLst/>
              <a:rect l="l" t="t" r="r" b="b"/>
              <a:pathLst>
                <a:path w="18208" h="31430" extrusionOk="0">
                  <a:moveTo>
                    <a:pt x="1" y="0"/>
                  </a:moveTo>
                  <a:lnTo>
                    <a:pt x="1" y="20639"/>
                  </a:lnTo>
                  <a:lnTo>
                    <a:pt x="18208" y="31429"/>
                  </a:lnTo>
                  <a:lnTo>
                    <a:pt x="18208" y="1030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DB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84"/>
            <p:cNvSpPr/>
            <p:nvPr/>
          </p:nvSpPr>
          <p:spPr>
            <a:xfrm rot="1799956">
              <a:off x="6605689" y="2310697"/>
              <a:ext cx="77090" cy="139149"/>
            </a:xfrm>
            <a:custGeom>
              <a:avLst/>
              <a:gdLst/>
              <a:ahLst/>
              <a:cxnLst/>
              <a:rect l="l" t="t" r="r" b="b"/>
              <a:pathLst>
                <a:path w="2190" h="3953" extrusionOk="0">
                  <a:moveTo>
                    <a:pt x="244" y="1"/>
                  </a:moveTo>
                  <a:cubicBezTo>
                    <a:pt x="153" y="1"/>
                    <a:pt x="61" y="31"/>
                    <a:pt x="1" y="31"/>
                  </a:cubicBezTo>
                  <a:cubicBezTo>
                    <a:pt x="943" y="153"/>
                    <a:pt x="1703" y="973"/>
                    <a:pt x="1703" y="1976"/>
                  </a:cubicBezTo>
                  <a:cubicBezTo>
                    <a:pt x="1703" y="2979"/>
                    <a:pt x="943" y="3800"/>
                    <a:pt x="1" y="3922"/>
                  </a:cubicBezTo>
                  <a:cubicBezTo>
                    <a:pt x="61" y="3922"/>
                    <a:pt x="153" y="3952"/>
                    <a:pt x="244" y="3952"/>
                  </a:cubicBezTo>
                  <a:cubicBezTo>
                    <a:pt x="1308" y="3952"/>
                    <a:pt x="2189" y="3071"/>
                    <a:pt x="2189" y="1976"/>
                  </a:cubicBezTo>
                  <a:cubicBezTo>
                    <a:pt x="2189" y="882"/>
                    <a:pt x="1308" y="1"/>
                    <a:pt x="24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84"/>
            <p:cNvSpPr/>
            <p:nvPr/>
          </p:nvSpPr>
          <p:spPr>
            <a:xfrm rot="1799956">
              <a:off x="6549921" y="2292252"/>
              <a:ext cx="120950" cy="136966"/>
            </a:xfrm>
            <a:custGeom>
              <a:avLst/>
              <a:gdLst/>
              <a:ahLst/>
              <a:cxnLst/>
              <a:rect l="l" t="t" r="r" b="b"/>
              <a:pathLst>
                <a:path w="3436" h="3891" extrusionOk="0">
                  <a:moveTo>
                    <a:pt x="1703" y="0"/>
                  </a:moveTo>
                  <a:cubicBezTo>
                    <a:pt x="761" y="0"/>
                    <a:pt x="1" y="882"/>
                    <a:pt x="1" y="1945"/>
                  </a:cubicBezTo>
                  <a:cubicBezTo>
                    <a:pt x="1" y="3009"/>
                    <a:pt x="761" y="3891"/>
                    <a:pt x="1703" y="3891"/>
                  </a:cubicBezTo>
                  <a:cubicBezTo>
                    <a:pt x="2676" y="3891"/>
                    <a:pt x="3436" y="3009"/>
                    <a:pt x="3436" y="1945"/>
                  </a:cubicBezTo>
                  <a:cubicBezTo>
                    <a:pt x="3436" y="882"/>
                    <a:pt x="2676" y="0"/>
                    <a:pt x="170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84"/>
            <p:cNvSpPr/>
            <p:nvPr/>
          </p:nvSpPr>
          <p:spPr>
            <a:xfrm rot="1799956">
              <a:off x="6442560" y="2687541"/>
              <a:ext cx="78146" cy="139114"/>
            </a:xfrm>
            <a:custGeom>
              <a:avLst/>
              <a:gdLst/>
              <a:ahLst/>
              <a:cxnLst/>
              <a:rect l="l" t="t" r="r" b="b"/>
              <a:pathLst>
                <a:path w="2220" h="3952" extrusionOk="0">
                  <a:moveTo>
                    <a:pt x="244" y="0"/>
                  </a:moveTo>
                  <a:cubicBezTo>
                    <a:pt x="183" y="0"/>
                    <a:pt x="92" y="31"/>
                    <a:pt x="1" y="31"/>
                  </a:cubicBezTo>
                  <a:cubicBezTo>
                    <a:pt x="974" y="152"/>
                    <a:pt x="1734" y="973"/>
                    <a:pt x="1734" y="1976"/>
                  </a:cubicBezTo>
                  <a:cubicBezTo>
                    <a:pt x="1734" y="2979"/>
                    <a:pt x="974" y="3800"/>
                    <a:pt x="1" y="3921"/>
                  </a:cubicBezTo>
                  <a:cubicBezTo>
                    <a:pt x="92" y="3921"/>
                    <a:pt x="183" y="3952"/>
                    <a:pt x="244" y="3952"/>
                  </a:cubicBezTo>
                  <a:cubicBezTo>
                    <a:pt x="1338" y="3952"/>
                    <a:pt x="2220" y="3070"/>
                    <a:pt x="2220" y="1976"/>
                  </a:cubicBezTo>
                  <a:cubicBezTo>
                    <a:pt x="2220" y="882"/>
                    <a:pt x="1338" y="0"/>
                    <a:pt x="24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84"/>
            <p:cNvSpPr/>
            <p:nvPr/>
          </p:nvSpPr>
          <p:spPr>
            <a:xfrm rot="1799956">
              <a:off x="6387808" y="2669343"/>
              <a:ext cx="120950" cy="137001"/>
            </a:xfrm>
            <a:custGeom>
              <a:avLst/>
              <a:gdLst/>
              <a:ahLst/>
              <a:cxnLst/>
              <a:rect l="l" t="t" r="r" b="b"/>
              <a:pathLst>
                <a:path w="3436" h="3892" extrusionOk="0">
                  <a:moveTo>
                    <a:pt x="1703" y="1"/>
                  </a:moveTo>
                  <a:cubicBezTo>
                    <a:pt x="761" y="1"/>
                    <a:pt x="1" y="882"/>
                    <a:pt x="1" y="1946"/>
                  </a:cubicBezTo>
                  <a:cubicBezTo>
                    <a:pt x="1" y="3010"/>
                    <a:pt x="761" y="3891"/>
                    <a:pt x="1703" y="3891"/>
                  </a:cubicBezTo>
                  <a:cubicBezTo>
                    <a:pt x="2676" y="3891"/>
                    <a:pt x="3436" y="3010"/>
                    <a:pt x="3436" y="1946"/>
                  </a:cubicBezTo>
                  <a:cubicBezTo>
                    <a:pt x="3436" y="882"/>
                    <a:pt x="2676" y="1"/>
                    <a:pt x="170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84"/>
            <p:cNvSpPr/>
            <p:nvPr/>
          </p:nvSpPr>
          <p:spPr>
            <a:xfrm rot="1799956">
              <a:off x="6923881" y="2314455"/>
              <a:ext cx="122006" cy="137001"/>
            </a:xfrm>
            <a:custGeom>
              <a:avLst/>
              <a:gdLst/>
              <a:ahLst/>
              <a:cxnLst/>
              <a:rect l="l" t="t" r="r" b="b"/>
              <a:pathLst>
                <a:path w="3466" h="3892" extrusionOk="0">
                  <a:moveTo>
                    <a:pt x="1733" y="1"/>
                  </a:moveTo>
                  <a:cubicBezTo>
                    <a:pt x="791" y="1"/>
                    <a:pt x="1" y="882"/>
                    <a:pt x="1" y="1946"/>
                  </a:cubicBezTo>
                  <a:cubicBezTo>
                    <a:pt x="1" y="3040"/>
                    <a:pt x="791" y="3892"/>
                    <a:pt x="1733" y="3892"/>
                  </a:cubicBezTo>
                  <a:cubicBezTo>
                    <a:pt x="2676" y="3892"/>
                    <a:pt x="3466" y="3040"/>
                    <a:pt x="3466" y="1946"/>
                  </a:cubicBezTo>
                  <a:cubicBezTo>
                    <a:pt x="3466" y="882"/>
                    <a:pt x="26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84"/>
            <p:cNvSpPr/>
            <p:nvPr/>
          </p:nvSpPr>
          <p:spPr>
            <a:xfrm rot="1799956">
              <a:off x="5913516" y="2179727"/>
              <a:ext cx="83496" cy="138550"/>
            </a:xfrm>
            <a:custGeom>
              <a:avLst/>
              <a:gdLst/>
              <a:ahLst/>
              <a:cxnLst/>
              <a:rect l="l" t="t" r="r" b="b"/>
              <a:pathLst>
                <a:path w="2372" h="3936" extrusionOk="0">
                  <a:moveTo>
                    <a:pt x="301" y="0"/>
                  </a:moveTo>
                  <a:cubicBezTo>
                    <a:pt x="282" y="0"/>
                    <a:pt x="263" y="1"/>
                    <a:pt x="244" y="1"/>
                  </a:cubicBezTo>
                  <a:cubicBezTo>
                    <a:pt x="152" y="31"/>
                    <a:pt x="61" y="31"/>
                    <a:pt x="0" y="62"/>
                  </a:cubicBezTo>
                  <a:cubicBezTo>
                    <a:pt x="973" y="123"/>
                    <a:pt x="1763" y="883"/>
                    <a:pt x="1824" y="1886"/>
                  </a:cubicBezTo>
                  <a:cubicBezTo>
                    <a:pt x="1855" y="2889"/>
                    <a:pt x="1155" y="3740"/>
                    <a:pt x="213" y="3922"/>
                  </a:cubicBezTo>
                  <a:cubicBezTo>
                    <a:pt x="254" y="3922"/>
                    <a:pt x="308" y="3936"/>
                    <a:pt x="366" y="3936"/>
                  </a:cubicBezTo>
                  <a:cubicBezTo>
                    <a:pt x="396" y="3936"/>
                    <a:pt x="426" y="3932"/>
                    <a:pt x="456" y="3922"/>
                  </a:cubicBezTo>
                  <a:cubicBezTo>
                    <a:pt x="1520" y="3892"/>
                    <a:pt x="2371" y="2949"/>
                    <a:pt x="2310" y="1855"/>
                  </a:cubicBezTo>
                  <a:cubicBezTo>
                    <a:pt x="2251" y="810"/>
                    <a:pt x="1341" y="0"/>
                    <a:pt x="30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84"/>
            <p:cNvSpPr/>
            <p:nvPr/>
          </p:nvSpPr>
          <p:spPr>
            <a:xfrm rot="1799956">
              <a:off x="5858415" y="2162128"/>
              <a:ext cx="125209" cy="136157"/>
            </a:xfrm>
            <a:custGeom>
              <a:avLst/>
              <a:gdLst/>
              <a:ahLst/>
              <a:cxnLst/>
              <a:rect l="l" t="t" r="r" b="b"/>
              <a:pathLst>
                <a:path w="3557" h="3868" extrusionOk="0">
                  <a:moveTo>
                    <a:pt x="1770" y="1"/>
                  </a:moveTo>
                  <a:cubicBezTo>
                    <a:pt x="1738" y="1"/>
                    <a:pt x="1705" y="2"/>
                    <a:pt x="1672" y="4"/>
                  </a:cubicBezTo>
                  <a:cubicBezTo>
                    <a:pt x="730" y="34"/>
                    <a:pt x="0" y="946"/>
                    <a:pt x="61" y="2040"/>
                  </a:cubicBezTo>
                  <a:cubicBezTo>
                    <a:pt x="120" y="3067"/>
                    <a:pt x="886" y="3867"/>
                    <a:pt x="1787" y="3867"/>
                  </a:cubicBezTo>
                  <a:cubicBezTo>
                    <a:pt x="1819" y="3867"/>
                    <a:pt x="1852" y="3866"/>
                    <a:pt x="1885" y="3864"/>
                  </a:cubicBezTo>
                  <a:cubicBezTo>
                    <a:pt x="2827" y="3834"/>
                    <a:pt x="3557" y="2922"/>
                    <a:pt x="3496" y="1828"/>
                  </a:cubicBezTo>
                  <a:cubicBezTo>
                    <a:pt x="3437" y="801"/>
                    <a:pt x="2671" y="1"/>
                    <a:pt x="177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84"/>
            <p:cNvSpPr/>
            <p:nvPr/>
          </p:nvSpPr>
          <p:spPr>
            <a:xfrm rot="1799956">
              <a:off x="6026175" y="2006187"/>
              <a:ext cx="83496" cy="138163"/>
            </a:xfrm>
            <a:custGeom>
              <a:avLst/>
              <a:gdLst/>
              <a:ahLst/>
              <a:cxnLst/>
              <a:rect l="l" t="t" r="r" b="b"/>
              <a:pathLst>
                <a:path w="2372" h="3925" extrusionOk="0">
                  <a:moveTo>
                    <a:pt x="357" y="1"/>
                  </a:moveTo>
                  <a:cubicBezTo>
                    <a:pt x="320" y="1"/>
                    <a:pt x="282" y="2"/>
                    <a:pt x="244" y="4"/>
                  </a:cubicBezTo>
                  <a:cubicBezTo>
                    <a:pt x="152" y="4"/>
                    <a:pt x="92" y="34"/>
                    <a:pt x="0" y="34"/>
                  </a:cubicBezTo>
                  <a:cubicBezTo>
                    <a:pt x="973" y="95"/>
                    <a:pt x="1763" y="885"/>
                    <a:pt x="1824" y="1888"/>
                  </a:cubicBezTo>
                  <a:cubicBezTo>
                    <a:pt x="1885" y="2861"/>
                    <a:pt x="1186" y="3742"/>
                    <a:pt x="213" y="3894"/>
                  </a:cubicBezTo>
                  <a:cubicBezTo>
                    <a:pt x="304" y="3925"/>
                    <a:pt x="365" y="3925"/>
                    <a:pt x="456" y="3925"/>
                  </a:cubicBezTo>
                  <a:cubicBezTo>
                    <a:pt x="1551" y="3864"/>
                    <a:pt x="2371" y="2922"/>
                    <a:pt x="2310" y="1858"/>
                  </a:cubicBezTo>
                  <a:cubicBezTo>
                    <a:pt x="2252" y="802"/>
                    <a:pt x="1400" y="1"/>
                    <a:pt x="35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84"/>
            <p:cNvSpPr/>
            <p:nvPr/>
          </p:nvSpPr>
          <p:spPr>
            <a:xfrm rot="1799956">
              <a:off x="5972129" y="1988203"/>
              <a:ext cx="125209" cy="137107"/>
            </a:xfrm>
            <a:custGeom>
              <a:avLst/>
              <a:gdLst/>
              <a:ahLst/>
              <a:cxnLst/>
              <a:rect l="l" t="t" r="r" b="b"/>
              <a:pathLst>
                <a:path w="3557" h="3895" extrusionOk="0">
                  <a:moveTo>
                    <a:pt x="1767" y="0"/>
                  </a:moveTo>
                  <a:cubicBezTo>
                    <a:pt x="1736" y="0"/>
                    <a:pt x="1704" y="1"/>
                    <a:pt x="1672" y="3"/>
                  </a:cubicBezTo>
                  <a:cubicBezTo>
                    <a:pt x="700" y="64"/>
                    <a:pt x="1" y="976"/>
                    <a:pt x="61" y="2040"/>
                  </a:cubicBezTo>
                  <a:cubicBezTo>
                    <a:pt x="121" y="3084"/>
                    <a:pt x="884" y="3895"/>
                    <a:pt x="1833" y="3895"/>
                  </a:cubicBezTo>
                  <a:cubicBezTo>
                    <a:pt x="1850" y="3895"/>
                    <a:pt x="1868" y="3894"/>
                    <a:pt x="1885" y="3894"/>
                  </a:cubicBezTo>
                  <a:cubicBezTo>
                    <a:pt x="2827" y="3833"/>
                    <a:pt x="3557" y="2921"/>
                    <a:pt x="3496" y="1857"/>
                  </a:cubicBezTo>
                  <a:cubicBezTo>
                    <a:pt x="3437" y="829"/>
                    <a:pt x="2669" y="0"/>
                    <a:pt x="176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84"/>
            <p:cNvSpPr/>
            <p:nvPr/>
          </p:nvSpPr>
          <p:spPr>
            <a:xfrm rot="1799956">
              <a:off x="6133528" y="1828513"/>
              <a:ext cx="83496" cy="138656"/>
            </a:xfrm>
            <a:custGeom>
              <a:avLst/>
              <a:gdLst/>
              <a:ahLst/>
              <a:cxnLst/>
              <a:rect l="l" t="t" r="r" b="b"/>
              <a:pathLst>
                <a:path w="2372" h="3939" extrusionOk="0">
                  <a:moveTo>
                    <a:pt x="354" y="1"/>
                  </a:moveTo>
                  <a:cubicBezTo>
                    <a:pt x="318" y="1"/>
                    <a:pt x="281" y="2"/>
                    <a:pt x="244" y="4"/>
                  </a:cubicBezTo>
                  <a:cubicBezTo>
                    <a:pt x="153" y="4"/>
                    <a:pt x="92" y="34"/>
                    <a:pt x="1" y="65"/>
                  </a:cubicBezTo>
                  <a:cubicBezTo>
                    <a:pt x="974" y="126"/>
                    <a:pt x="1764" y="885"/>
                    <a:pt x="1825" y="1889"/>
                  </a:cubicBezTo>
                  <a:cubicBezTo>
                    <a:pt x="1885" y="2892"/>
                    <a:pt x="1186" y="3743"/>
                    <a:pt x="214" y="3925"/>
                  </a:cubicBezTo>
                  <a:cubicBezTo>
                    <a:pt x="275" y="3925"/>
                    <a:pt x="335" y="3939"/>
                    <a:pt x="387" y="3939"/>
                  </a:cubicBezTo>
                  <a:cubicBezTo>
                    <a:pt x="413" y="3939"/>
                    <a:pt x="437" y="3935"/>
                    <a:pt x="457" y="3925"/>
                  </a:cubicBezTo>
                  <a:cubicBezTo>
                    <a:pt x="1551" y="3864"/>
                    <a:pt x="2372" y="2952"/>
                    <a:pt x="2311" y="1858"/>
                  </a:cubicBezTo>
                  <a:cubicBezTo>
                    <a:pt x="2252" y="830"/>
                    <a:pt x="1399" y="1"/>
                    <a:pt x="35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84"/>
            <p:cNvSpPr/>
            <p:nvPr/>
          </p:nvSpPr>
          <p:spPr>
            <a:xfrm rot="1799956">
              <a:off x="6079344" y="1811559"/>
              <a:ext cx="125209" cy="136157"/>
            </a:xfrm>
            <a:custGeom>
              <a:avLst/>
              <a:gdLst/>
              <a:ahLst/>
              <a:cxnLst/>
              <a:rect l="l" t="t" r="r" b="b"/>
              <a:pathLst>
                <a:path w="3557" h="3868" extrusionOk="0">
                  <a:moveTo>
                    <a:pt x="1770" y="1"/>
                  </a:moveTo>
                  <a:cubicBezTo>
                    <a:pt x="1738" y="1"/>
                    <a:pt x="1705" y="2"/>
                    <a:pt x="1672" y="4"/>
                  </a:cubicBezTo>
                  <a:cubicBezTo>
                    <a:pt x="730" y="34"/>
                    <a:pt x="0" y="946"/>
                    <a:pt x="61" y="2040"/>
                  </a:cubicBezTo>
                  <a:cubicBezTo>
                    <a:pt x="120" y="3067"/>
                    <a:pt x="886" y="3867"/>
                    <a:pt x="1786" y="3867"/>
                  </a:cubicBezTo>
                  <a:cubicBezTo>
                    <a:pt x="1819" y="3867"/>
                    <a:pt x="1852" y="3866"/>
                    <a:pt x="1885" y="3864"/>
                  </a:cubicBezTo>
                  <a:cubicBezTo>
                    <a:pt x="2827" y="3834"/>
                    <a:pt x="3556" y="2922"/>
                    <a:pt x="3496" y="1828"/>
                  </a:cubicBezTo>
                  <a:cubicBezTo>
                    <a:pt x="3437" y="801"/>
                    <a:pt x="2671" y="1"/>
                    <a:pt x="177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84"/>
            <p:cNvSpPr/>
            <p:nvPr/>
          </p:nvSpPr>
          <p:spPr>
            <a:xfrm rot="1799956">
              <a:off x="6105082" y="2510591"/>
              <a:ext cx="80258" cy="139149"/>
            </a:xfrm>
            <a:custGeom>
              <a:avLst/>
              <a:gdLst/>
              <a:ahLst/>
              <a:cxnLst/>
              <a:rect l="l" t="t" r="r" b="b"/>
              <a:pathLst>
                <a:path w="2280" h="3953" extrusionOk="0">
                  <a:moveTo>
                    <a:pt x="300" y="0"/>
                  </a:moveTo>
                  <a:cubicBezTo>
                    <a:pt x="281" y="0"/>
                    <a:pt x="262" y="0"/>
                    <a:pt x="243" y="1"/>
                  </a:cubicBezTo>
                  <a:cubicBezTo>
                    <a:pt x="152" y="1"/>
                    <a:pt x="91" y="31"/>
                    <a:pt x="0" y="31"/>
                  </a:cubicBezTo>
                  <a:cubicBezTo>
                    <a:pt x="973" y="122"/>
                    <a:pt x="1733" y="943"/>
                    <a:pt x="1763" y="1916"/>
                  </a:cubicBezTo>
                  <a:cubicBezTo>
                    <a:pt x="1793" y="2919"/>
                    <a:pt x="1064" y="3770"/>
                    <a:pt x="91" y="3922"/>
                  </a:cubicBezTo>
                  <a:cubicBezTo>
                    <a:pt x="182" y="3922"/>
                    <a:pt x="274" y="3952"/>
                    <a:pt x="365" y="3952"/>
                  </a:cubicBezTo>
                  <a:cubicBezTo>
                    <a:pt x="1429" y="3922"/>
                    <a:pt x="2280" y="3010"/>
                    <a:pt x="2249" y="1916"/>
                  </a:cubicBezTo>
                  <a:cubicBezTo>
                    <a:pt x="2220" y="841"/>
                    <a:pt x="1368" y="0"/>
                    <a:pt x="30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84"/>
            <p:cNvSpPr/>
            <p:nvPr/>
          </p:nvSpPr>
          <p:spPr>
            <a:xfrm rot="1799956">
              <a:off x="6050226" y="2492648"/>
              <a:ext cx="124153" cy="137037"/>
            </a:xfrm>
            <a:custGeom>
              <a:avLst/>
              <a:gdLst/>
              <a:ahLst/>
              <a:cxnLst/>
              <a:rect l="l" t="t" r="r" b="b"/>
              <a:pathLst>
                <a:path w="3527" h="3893" extrusionOk="0">
                  <a:moveTo>
                    <a:pt x="1752" y="0"/>
                  </a:moveTo>
                  <a:cubicBezTo>
                    <a:pt x="1736" y="0"/>
                    <a:pt x="1719" y="1"/>
                    <a:pt x="1703" y="1"/>
                  </a:cubicBezTo>
                  <a:cubicBezTo>
                    <a:pt x="761" y="32"/>
                    <a:pt x="1" y="913"/>
                    <a:pt x="31" y="2007"/>
                  </a:cubicBezTo>
                  <a:cubicBezTo>
                    <a:pt x="61" y="3053"/>
                    <a:pt x="854" y="3893"/>
                    <a:pt x="1776" y="3893"/>
                  </a:cubicBezTo>
                  <a:cubicBezTo>
                    <a:pt x="1792" y="3893"/>
                    <a:pt x="1808" y="3892"/>
                    <a:pt x="1825" y="3892"/>
                  </a:cubicBezTo>
                  <a:cubicBezTo>
                    <a:pt x="2767" y="3862"/>
                    <a:pt x="3527" y="2980"/>
                    <a:pt x="3496" y="1886"/>
                  </a:cubicBezTo>
                  <a:cubicBezTo>
                    <a:pt x="3467" y="840"/>
                    <a:pt x="2674" y="0"/>
                    <a:pt x="175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84"/>
            <p:cNvSpPr/>
            <p:nvPr/>
          </p:nvSpPr>
          <p:spPr>
            <a:xfrm rot="1799956">
              <a:off x="6222434" y="2340105"/>
              <a:ext cx="81349" cy="138093"/>
            </a:xfrm>
            <a:custGeom>
              <a:avLst/>
              <a:gdLst/>
              <a:ahLst/>
              <a:cxnLst/>
              <a:rect l="l" t="t" r="r" b="b"/>
              <a:pathLst>
                <a:path w="2311" h="3923" extrusionOk="0">
                  <a:moveTo>
                    <a:pt x="300" y="1"/>
                  </a:moveTo>
                  <a:cubicBezTo>
                    <a:pt x="281" y="1"/>
                    <a:pt x="262" y="1"/>
                    <a:pt x="243" y="2"/>
                  </a:cubicBezTo>
                  <a:cubicBezTo>
                    <a:pt x="152" y="2"/>
                    <a:pt x="91" y="32"/>
                    <a:pt x="0" y="32"/>
                  </a:cubicBezTo>
                  <a:cubicBezTo>
                    <a:pt x="973" y="123"/>
                    <a:pt x="1763" y="913"/>
                    <a:pt x="1793" y="1916"/>
                  </a:cubicBezTo>
                  <a:cubicBezTo>
                    <a:pt x="1824" y="2920"/>
                    <a:pt x="1094" y="3771"/>
                    <a:pt x="122" y="3923"/>
                  </a:cubicBezTo>
                  <a:lnTo>
                    <a:pt x="365" y="3923"/>
                  </a:lnTo>
                  <a:cubicBezTo>
                    <a:pt x="1459" y="3892"/>
                    <a:pt x="2310" y="2980"/>
                    <a:pt x="2280" y="1916"/>
                  </a:cubicBezTo>
                  <a:cubicBezTo>
                    <a:pt x="2250" y="841"/>
                    <a:pt x="1369" y="1"/>
                    <a:pt x="30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84"/>
            <p:cNvSpPr/>
            <p:nvPr/>
          </p:nvSpPr>
          <p:spPr>
            <a:xfrm rot="1799956">
              <a:off x="6168660" y="2322194"/>
              <a:ext cx="123062" cy="135945"/>
            </a:xfrm>
            <a:custGeom>
              <a:avLst/>
              <a:gdLst/>
              <a:ahLst/>
              <a:cxnLst/>
              <a:rect l="l" t="t" r="r" b="b"/>
              <a:pathLst>
                <a:path w="3496" h="3862" extrusionOk="0">
                  <a:moveTo>
                    <a:pt x="1723" y="0"/>
                  </a:moveTo>
                  <a:cubicBezTo>
                    <a:pt x="1706" y="0"/>
                    <a:pt x="1689" y="0"/>
                    <a:pt x="1672" y="1"/>
                  </a:cubicBezTo>
                  <a:cubicBezTo>
                    <a:pt x="730" y="31"/>
                    <a:pt x="0" y="913"/>
                    <a:pt x="31" y="1977"/>
                  </a:cubicBezTo>
                  <a:cubicBezTo>
                    <a:pt x="61" y="3022"/>
                    <a:pt x="824" y="3862"/>
                    <a:pt x="1745" y="3862"/>
                  </a:cubicBezTo>
                  <a:cubicBezTo>
                    <a:pt x="1761" y="3862"/>
                    <a:pt x="1777" y="3862"/>
                    <a:pt x="1794" y="3861"/>
                  </a:cubicBezTo>
                  <a:cubicBezTo>
                    <a:pt x="2736" y="3831"/>
                    <a:pt x="3496" y="2949"/>
                    <a:pt x="3465" y="1885"/>
                  </a:cubicBezTo>
                  <a:cubicBezTo>
                    <a:pt x="3436" y="840"/>
                    <a:pt x="2672" y="0"/>
                    <a:pt x="172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84"/>
            <p:cNvSpPr/>
            <p:nvPr/>
          </p:nvSpPr>
          <p:spPr>
            <a:xfrm rot="1799956">
              <a:off x="6333998" y="2166084"/>
              <a:ext cx="81349" cy="138093"/>
            </a:xfrm>
            <a:custGeom>
              <a:avLst/>
              <a:gdLst/>
              <a:ahLst/>
              <a:cxnLst/>
              <a:rect l="l" t="t" r="r" b="b"/>
              <a:pathLst>
                <a:path w="2311" h="3923" extrusionOk="0">
                  <a:moveTo>
                    <a:pt x="301" y="0"/>
                  </a:moveTo>
                  <a:cubicBezTo>
                    <a:pt x="282" y="0"/>
                    <a:pt x="263" y="1"/>
                    <a:pt x="244" y="1"/>
                  </a:cubicBezTo>
                  <a:cubicBezTo>
                    <a:pt x="183" y="1"/>
                    <a:pt x="92" y="1"/>
                    <a:pt x="1" y="32"/>
                  </a:cubicBezTo>
                  <a:cubicBezTo>
                    <a:pt x="973" y="123"/>
                    <a:pt x="1764" y="913"/>
                    <a:pt x="1794" y="1916"/>
                  </a:cubicBezTo>
                  <a:cubicBezTo>
                    <a:pt x="1824" y="2919"/>
                    <a:pt x="1095" y="3740"/>
                    <a:pt x="122" y="3892"/>
                  </a:cubicBezTo>
                  <a:cubicBezTo>
                    <a:pt x="213" y="3922"/>
                    <a:pt x="274" y="3922"/>
                    <a:pt x="365" y="3922"/>
                  </a:cubicBezTo>
                  <a:cubicBezTo>
                    <a:pt x="1460" y="3892"/>
                    <a:pt x="2311" y="2980"/>
                    <a:pt x="2280" y="1916"/>
                  </a:cubicBezTo>
                  <a:cubicBezTo>
                    <a:pt x="2250" y="841"/>
                    <a:pt x="1369" y="0"/>
                    <a:pt x="30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84"/>
            <p:cNvSpPr/>
            <p:nvPr/>
          </p:nvSpPr>
          <p:spPr>
            <a:xfrm rot="1799956">
              <a:off x="6280230" y="2148150"/>
              <a:ext cx="123097" cy="135981"/>
            </a:xfrm>
            <a:custGeom>
              <a:avLst/>
              <a:gdLst/>
              <a:ahLst/>
              <a:cxnLst/>
              <a:rect l="l" t="t" r="r" b="b"/>
              <a:pathLst>
                <a:path w="3497" h="3863" extrusionOk="0">
                  <a:moveTo>
                    <a:pt x="1754" y="1"/>
                  </a:moveTo>
                  <a:cubicBezTo>
                    <a:pt x="1737" y="1"/>
                    <a:pt x="1720" y="1"/>
                    <a:pt x="1703" y="2"/>
                  </a:cubicBezTo>
                  <a:cubicBezTo>
                    <a:pt x="730" y="2"/>
                    <a:pt x="1" y="913"/>
                    <a:pt x="31" y="1977"/>
                  </a:cubicBezTo>
                  <a:cubicBezTo>
                    <a:pt x="61" y="3023"/>
                    <a:pt x="825" y="3863"/>
                    <a:pt x="1745" y="3863"/>
                  </a:cubicBezTo>
                  <a:cubicBezTo>
                    <a:pt x="1762" y="3863"/>
                    <a:pt x="1778" y="3862"/>
                    <a:pt x="1794" y="3862"/>
                  </a:cubicBezTo>
                  <a:cubicBezTo>
                    <a:pt x="2767" y="3831"/>
                    <a:pt x="3496" y="2950"/>
                    <a:pt x="3466" y="1886"/>
                  </a:cubicBezTo>
                  <a:cubicBezTo>
                    <a:pt x="3436" y="812"/>
                    <a:pt x="2673" y="1"/>
                    <a:pt x="175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84"/>
            <p:cNvSpPr/>
            <p:nvPr/>
          </p:nvSpPr>
          <p:spPr>
            <a:xfrm rot="1799956">
              <a:off x="7043305" y="2079862"/>
              <a:ext cx="93106" cy="137705"/>
            </a:xfrm>
            <a:custGeom>
              <a:avLst/>
              <a:gdLst/>
              <a:ahLst/>
              <a:cxnLst/>
              <a:rect l="l" t="t" r="r" b="b"/>
              <a:pathLst>
                <a:path w="2645" h="3912" extrusionOk="0">
                  <a:moveTo>
                    <a:pt x="578" y="0"/>
                  </a:moveTo>
                  <a:cubicBezTo>
                    <a:pt x="1520" y="244"/>
                    <a:pt x="2128" y="1186"/>
                    <a:pt x="2007" y="2158"/>
                  </a:cubicBezTo>
                  <a:cubicBezTo>
                    <a:pt x="1858" y="3140"/>
                    <a:pt x="1010" y="3831"/>
                    <a:pt x="62" y="3831"/>
                  </a:cubicBezTo>
                  <a:cubicBezTo>
                    <a:pt x="41" y="3831"/>
                    <a:pt x="21" y="3831"/>
                    <a:pt x="0" y="3830"/>
                  </a:cubicBezTo>
                  <a:lnTo>
                    <a:pt x="0" y="3830"/>
                  </a:lnTo>
                  <a:cubicBezTo>
                    <a:pt x="92" y="3861"/>
                    <a:pt x="152" y="3891"/>
                    <a:pt x="244" y="3891"/>
                  </a:cubicBezTo>
                  <a:cubicBezTo>
                    <a:pt x="341" y="3904"/>
                    <a:pt x="437" y="3911"/>
                    <a:pt x="531" y="3911"/>
                  </a:cubicBezTo>
                  <a:cubicBezTo>
                    <a:pt x="1504" y="3911"/>
                    <a:pt x="2327" y="3219"/>
                    <a:pt x="2493" y="2250"/>
                  </a:cubicBezTo>
                  <a:cubicBezTo>
                    <a:pt x="2645" y="1155"/>
                    <a:pt x="1885" y="152"/>
                    <a:pt x="82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84"/>
            <p:cNvSpPr/>
            <p:nvPr/>
          </p:nvSpPr>
          <p:spPr>
            <a:xfrm rot="1799956">
              <a:off x="6993310" y="2060930"/>
              <a:ext cx="130595" cy="136192"/>
            </a:xfrm>
            <a:custGeom>
              <a:avLst/>
              <a:gdLst/>
              <a:ahLst/>
              <a:cxnLst/>
              <a:rect l="l" t="t" r="r" b="b"/>
              <a:pathLst>
                <a:path w="3710" h="3869" extrusionOk="0">
                  <a:moveTo>
                    <a:pt x="1918" y="0"/>
                  </a:moveTo>
                  <a:cubicBezTo>
                    <a:pt x="1066" y="0"/>
                    <a:pt x="292" y="719"/>
                    <a:pt x="153" y="1691"/>
                  </a:cubicBezTo>
                  <a:cubicBezTo>
                    <a:pt x="1" y="2755"/>
                    <a:pt x="639" y="3728"/>
                    <a:pt x="1581" y="3849"/>
                  </a:cubicBezTo>
                  <a:cubicBezTo>
                    <a:pt x="1662" y="3862"/>
                    <a:pt x="1743" y="3869"/>
                    <a:pt x="1822" y="3869"/>
                  </a:cubicBezTo>
                  <a:cubicBezTo>
                    <a:pt x="2670" y="3869"/>
                    <a:pt x="3418" y="3150"/>
                    <a:pt x="3557" y="2177"/>
                  </a:cubicBezTo>
                  <a:cubicBezTo>
                    <a:pt x="3709" y="1114"/>
                    <a:pt x="3101" y="141"/>
                    <a:pt x="2159" y="19"/>
                  </a:cubicBezTo>
                  <a:cubicBezTo>
                    <a:pt x="2078" y="6"/>
                    <a:pt x="1998" y="0"/>
                    <a:pt x="191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84"/>
            <p:cNvSpPr/>
            <p:nvPr/>
          </p:nvSpPr>
          <p:spPr>
            <a:xfrm rot="1799956">
              <a:off x="6578787" y="2060069"/>
              <a:ext cx="93106" cy="138761"/>
            </a:xfrm>
            <a:custGeom>
              <a:avLst/>
              <a:gdLst/>
              <a:ahLst/>
              <a:cxnLst/>
              <a:rect l="l" t="t" r="r" b="b"/>
              <a:pathLst>
                <a:path w="2645" h="3942" extrusionOk="0">
                  <a:moveTo>
                    <a:pt x="578" y="1"/>
                  </a:moveTo>
                  <a:cubicBezTo>
                    <a:pt x="1520" y="274"/>
                    <a:pt x="2128" y="1186"/>
                    <a:pt x="2006" y="2189"/>
                  </a:cubicBezTo>
                  <a:cubicBezTo>
                    <a:pt x="1854" y="3162"/>
                    <a:pt x="973" y="3861"/>
                    <a:pt x="0" y="3861"/>
                  </a:cubicBezTo>
                  <a:cubicBezTo>
                    <a:pt x="91" y="3861"/>
                    <a:pt x="152" y="3892"/>
                    <a:pt x="243" y="3922"/>
                  </a:cubicBezTo>
                  <a:cubicBezTo>
                    <a:pt x="337" y="3935"/>
                    <a:pt x="430" y="3941"/>
                    <a:pt x="522" y="3941"/>
                  </a:cubicBezTo>
                  <a:cubicBezTo>
                    <a:pt x="1499" y="3941"/>
                    <a:pt x="2326" y="3223"/>
                    <a:pt x="2493" y="2250"/>
                  </a:cubicBezTo>
                  <a:cubicBezTo>
                    <a:pt x="2645" y="1186"/>
                    <a:pt x="1885" y="183"/>
                    <a:pt x="821" y="31"/>
                  </a:cubicBezTo>
                  <a:cubicBezTo>
                    <a:pt x="730" y="1"/>
                    <a:pt x="669" y="1"/>
                    <a:pt x="57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84"/>
            <p:cNvSpPr/>
            <p:nvPr/>
          </p:nvSpPr>
          <p:spPr>
            <a:xfrm rot="1799956">
              <a:off x="6528794" y="2041340"/>
              <a:ext cx="130560" cy="136825"/>
            </a:xfrm>
            <a:custGeom>
              <a:avLst/>
              <a:gdLst/>
              <a:ahLst/>
              <a:cxnLst/>
              <a:rect l="l" t="t" r="r" b="b"/>
              <a:pathLst>
                <a:path w="3709" h="3887" extrusionOk="0">
                  <a:moveTo>
                    <a:pt x="1953" y="1"/>
                  </a:moveTo>
                  <a:cubicBezTo>
                    <a:pt x="1087" y="1"/>
                    <a:pt x="293" y="700"/>
                    <a:pt x="153" y="1686"/>
                  </a:cubicBezTo>
                  <a:cubicBezTo>
                    <a:pt x="1" y="2749"/>
                    <a:pt x="639" y="3722"/>
                    <a:pt x="1581" y="3874"/>
                  </a:cubicBezTo>
                  <a:cubicBezTo>
                    <a:pt x="1648" y="3883"/>
                    <a:pt x="1714" y="3887"/>
                    <a:pt x="1780" y="3887"/>
                  </a:cubicBezTo>
                  <a:cubicBezTo>
                    <a:pt x="2644" y="3887"/>
                    <a:pt x="3416" y="3163"/>
                    <a:pt x="3557" y="2202"/>
                  </a:cubicBezTo>
                  <a:cubicBezTo>
                    <a:pt x="3709" y="1139"/>
                    <a:pt x="3101" y="166"/>
                    <a:pt x="2159" y="14"/>
                  </a:cubicBezTo>
                  <a:cubicBezTo>
                    <a:pt x="2090" y="5"/>
                    <a:pt x="2021" y="1"/>
                    <a:pt x="195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84"/>
            <p:cNvSpPr/>
            <p:nvPr/>
          </p:nvSpPr>
          <p:spPr>
            <a:xfrm rot="1799956">
              <a:off x="6345570" y="1648704"/>
              <a:ext cx="93106" cy="138726"/>
            </a:xfrm>
            <a:custGeom>
              <a:avLst/>
              <a:gdLst/>
              <a:ahLst/>
              <a:cxnLst/>
              <a:rect l="l" t="t" r="r" b="b"/>
              <a:pathLst>
                <a:path w="2645" h="3941" extrusionOk="0">
                  <a:moveTo>
                    <a:pt x="578" y="0"/>
                  </a:moveTo>
                  <a:cubicBezTo>
                    <a:pt x="1520" y="274"/>
                    <a:pt x="2128" y="1186"/>
                    <a:pt x="2007" y="2189"/>
                  </a:cubicBezTo>
                  <a:cubicBezTo>
                    <a:pt x="1855" y="3161"/>
                    <a:pt x="1003" y="3861"/>
                    <a:pt x="0" y="3861"/>
                  </a:cubicBezTo>
                  <a:cubicBezTo>
                    <a:pt x="92" y="3861"/>
                    <a:pt x="183" y="3891"/>
                    <a:pt x="244" y="3921"/>
                  </a:cubicBezTo>
                  <a:cubicBezTo>
                    <a:pt x="337" y="3934"/>
                    <a:pt x="430" y="3941"/>
                    <a:pt x="522" y="3941"/>
                  </a:cubicBezTo>
                  <a:cubicBezTo>
                    <a:pt x="1499" y="3941"/>
                    <a:pt x="2326" y="3222"/>
                    <a:pt x="2493" y="2250"/>
                  </a:cubicBezTo>
                  <a:cubicBezTo>
                    <a:pt x="2645" y="1186"/>
                    <a:pt x="1885" y="183"/>
                    <a:pt x="821" y="31"/>
                  </a:cubicBezTo>
                  <a:cubicBezTo>
                    <a:pt x="730" y="0"/>
                    <a:pt x="669" y="0"/>
                    <a:pt x="57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84"/>
            <p:cNvSpPr/>
            <p:nvPr/>
          </p:nvSpPr>
          <p:spPr>
            <a:xfrm rot="1799956">
              <a:off x="6295495" y="1630245"/>
              <a:ext cx="131651" cy="136825"/>
            </a:xfrm>
            <a:custGeom>
              <a:avLst/>
              <a:gdLst/>
              <a:ahLst/>
              <a:cxnLst/>
              <a:rect l="l" t="t" r="r" b="b"/>
              <a:pathLst>
                <a:path w="3740" h="3887" extrusionOk="0">
                  <a:moveTo>
                    <a:pt x="1954" y="0"/>
                  </a:moveTo>
                  <a:cubicBezTo>
                    <a:pt x="1092" y="0"/>
                    <a:pt x="324" y="699"/>
                    <a:pt x="183" y="1685"/>
                  </a:cubicBezTo>
                  <a:cubicBezTo>
                    <a:pt x="1" y="2749"/>
                    <a:pt x="639" y="3722"/>
                    <a:pt x="1581" y="3874"/>
                  </a:cubicBezTo>
                  <a:cubicBezTo>
                    <a:pt x="1648" y="3882"/>
                    <a:pt x="1714" y="3886"/>
                    <a:pt x="1780" y="3886"/>
                  </a:cubicBezTo>
                  <a:cubicBezTo>
                    <a:pt x="2649" y="3886"/>
                    <a:pt x="3446" y="3162"/>
                    <a:pt x="3588" y="2202"/>
                  </a:cubicBezTo>
                  <a:cubicBezTo>
                    <a:pt x="3739" y="1138"/>
                    <a:pt x="3101" y="165"/>
                    <a:pt x="2159" y="13"/>
                  </a:cubicBezTo>
                  <a:cubicBezTo>
                    <a:pt x="2090" y="4"/>
                    <a:pt x="2022" y="0"/>
                    <a:pt x="195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84"/>
            <p:cNvSpPr/>
            <p:nvPr/>
          </p:nvSpPr>
          <p:spPr>
            <a:xfrm rot="1799956">
              <a:off x="6698617" y="1852529"/>
              <a:ext cx="93106" cy="138726"/>
            </a:xfrm>
            <a:custGeom>
              <a:avLst/>
              <a:gdLst/>
              <a:ahLst/>
              <a:cxnLst/>
              <a:rect l="l" t="t" r="r" b="b"/>
              <a:pathLst>
                <a:path w="2645" h="3941" extrusionOk="0">
                  <a:moveTo>
                    <a:pt x="578" y="0"/>
                  </a:moveTo>
                  <a:cubicBezTo>
                    <a:pt x="1520" y="274"/>
                    <a:pt x="2128" y="1186"/>
                    <a:pt x="2006" y="2189"/>
                  </a:cubicBezTo>
                  <a:cubicBezTo>
                    <a:pt x="1854" y="3161"/>
                    <a:pt x="973" y="3861"/>
                    <a:pt x="0" y="3861"/>
                  </a:cubicBezTo>
                  <a:cubicBezTo>
                    <a:pt x="91" y="3861"/>
                    <a:pt x="152" y="3891"/>
                    <a:pt x="243" y="3921"/>
                  </a:cubicBezTo>
                  <a:cubicBezTo>
                    <a:pt x="337" y="3934"/>
                    <a:pt x="430" y="3941"/>
                    <a:pt x="522" y="3941"/>
                  </a:cubicBezTo>
                  <a:cubicBezTo>
                    <a:pt x="1499" y="3941"/>
                    <a:pt x="2326" y="3222"/>
                    <a:pt x="2493" y="2250"/>
                  </a:cubicBezTo>
                  <a:cubicBezTo>
                    <a:pt x="2645" y="1186"/>
                    <a:pt x="1885" y="183"/>
                    <a:pt x="821" y="31"/>
                  </a:cubicBezTo>
                  <a:cubicBezTo>
                    <a:pt x="730" y="0"/>
                    <a:pt x="669" y="0"/>
                    <a:pt x="57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84"/>
            <p:cNvSpPr/>
            <p:nvPr/>
          </p:nvSpPr>
          <p:spPr>
            <a:xfrm rot="1799956">
              <a:off x="6648542" y="1834071"/>
              <a:ext cx="131651" cy="136825"/>
            </a:xfrm>
            <a:custGeom>
              <a:avLst/>
              <a:gdLst/>
              <a:ahLst/>
              <a:cxnLst/>
              <a:rect l="l" t="t" r="r" b="b"/>
              <a:pathLst>
                <a:path w="3740" h="3887" extrusionOk="0">
                  <a:moveTo>
                    <a:pt x="1953" y="0"/>
                  </a:moveTo>
                  <a:cubicBezTo>
                    <a:pt x="1087" y="0"/>
                    <a:pt x="293" y="699"/>
                    <a:pt x="153" y="1685"/>
                  </a:cubicBezTo>
                  <a:cubicBezTo>
                    <a:pt x="1" y="2749"/>
                    <a:pt x="639" y="3722"/>
                    <a:pt x="1581" y="3874"/>
                  </a:cubicBezTo>
                  <a:cubicBezTo>
                    <a:pt x="1648" y="3882"/>
                    <a:pt x="1714" y="3886"/>
                    <a:pt x="1780" y="3886"/>
                  </a:cubicBezTo>
                  <a:cubicBezTo>
                    <a:pt x="2644" y="3886"/>
                    <a:pt x="3416" y="3162"/>
                    <a:pt x="3557" y="2202"/>
                  </a:cubicBezTo>
                  <a:cubicBezTo>
                    <a:pt x="3739" y="1138"/>
                    <a:pt x="3101" y="165"/>
                    <a:pt x="2159" y="13"/>
                  </a:cubicBezTo>
                  <a:cubicBezTo>
                    <a:pt x="2090" y="4"/>
                    <a:pt x="2021" y="0"/>
                    <a:pt x="195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84"/>
            <p:cNvSpPr/>
            <p:nvPr/>
          </p:nvSpPr>
          <p:spPr>
            <a:xfrm rot="1799956">
              <a:off x="6773797" y="2671255"/>
              <a:ext cx="122006" cy="135945"/>
            </a:xfrm>
            <a:custGeom>
              <a:avLst/>
              <a:gdLst/>
              <a:ahLst/>
              <a:cxnLst/>
              <a:rect l="l" t="t" r="r" b="b"/>
              <a:pathLst>
                <a:path w="3466" h="3862" extrusionOk="0">
                  <a:moveTo>
                    <a:pt x="1733" y="1"/>
                  </a:moveTo>
                  <a:cubicBezTo>
                    <a:pt x="791" y="1"/>
                    <a:pt x="1" y="852"/>
                    <a:pt x="1" y="1946"/>
                  </a:cubicBezTo>
                  <a:cubicBezTo>
                    <a:pt x="1" y="3010"/>
                    <a:pt x="791" y="3861"/>
                    <a:pt x="1733" y="3861"/>
                  </a:cubicBezTo>
                  <a:cubicBezTo>
                    <a:pt x="2675" y="3861"/>
                    <a:pt x="3466" y="3010"/>
                    <a:pt x="3466" y="1946"/>
                  </a:cubicBezTo>
                  <a:cubicBezTo>
                    <a:pt x="3466" y="852"/>
                    <a:pt x="2675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84"/>
            <p:cNvSpPr/>
            <p:nvPr/>
          </p:nvSpPr>
          <p:spPr>
            <a:xfrm rot="1799956">
              <a:off x="6979385" y="2333920"/>
              <a:ext cx="78146" cy="138057"/>
            </a:xfrm>
            <a:custGeom>
              <a:avLst/>
              <a:gdLst/>
              <a:ahLst/>
              <a:cxnLst/>
              <a:rect l="l" t="t" r="r" b="b"/>
              <a:pathLst>
                <a:path w="2220" h="3922" extrusionOk="0">
                  <a:moveTo>
                    <a:pt x="0" y="1"/>
                  </a:moveTo>
                  <a:cubicBezTo>
                    <a:pt x="973" y="123"/>
                    <a:pt x="1733" y="943"/>
                    <a:pt x="1733" y="1946"/>
                  </a:cubicBezTo>
                  <a:cubicBezTo>
                    <a:pt x="1733" y="2949"/>
                    <a:pt x="973" y="3770"/>
                    <a:pt x="0" y="3892"/>
                  </a:cubicBezTo>
                  <a:cubicBezTo>
                    <a:pt x="92" y="3922"/>
                    <a:pt x="183" y="3922"/>
                    <a:pt x="244" y="3922"/>
                  </a:cubicBezTo>
                  <a:cubicBezTo>
                    <a:pt x="1338" y="3922"/>
                    <a:pt x="2219" y="3040"/>
                    <a:pt x="2219" y="1946"/>
                  </a:cubicBezTo>
                  <a:cubicBezTo>
                    <a:pt x="2219" y="882"/>
                    <a:pt x="1338" y="1"/>
                    <a:pt x="24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84"/>
            <p:cNvSpPr/>
            <p:nvPr/>
          </p:nvSpPr>
          <p:spPr>
            <a:xfrm rot="1799956">
              <a:off x="6829301" y="2689664"/>
              <a:ext cx="78146" cy="139114"/>
            </a:xfrm>
            <a:custGeom>
              <a:avLst/>
              <a:gdLst/>
              <a:ahLst/>
              <a:cxnLst/>
              <a:rect l="l" t="t" r="r" b="b"/>
              <a:pathLst>
                <a:path w="2220" h="3952" extrusionOk="0">
                  <a:moveTo>
                    <a:pt x="243" y="1"/>
                  </a:moveTo>
                  <a:cubicBezTo>
                    <a:pt x="152" y="1"/>
                    <a:pt x="91" y="31"/>
                    <a:pt x="0" y="31"/>
                  </a:cubicBezTo>
                  <a:cubicBezTo>
                    <a:pt x="973" y="153"/>
                    <a:pt x="1733" y="973"/>
                    <a:pt x="1733" y="1976"/>
                  </a:cubicBezTo>
                  <a:cubicBezTo>
                    <a:pt x="1733" y="2979"/>
                    <a:pt x="973" y="3800"/>
                    <a:pt x="0" y="3922"/>
                  </a:cubicBezTo>
                  <a:cubicBezTo>
                    <a:pt x="91" y="3922"/>
                    <a:pt x="152" y="3952"/>
                    <a:pt x="243" y="3952"/>
                  </a:cubicBezTo>
                  <a:cubicBezTo>
                    <a:pt x="1338" y="3952"/>
                    <a:pt x="2219" y="3070"/>
                    <a:pt x="2219" y="1976"/>
                  </a:cubicBezTo>
                  <a:cubicBezTo>
                    <a:pt x="2219" y="882"/>
                    <a:pt x="1338" y="1"/>
                    <a:pt x="24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84"/>
            <p:cNvSpPr/>
            <p:nvPr/>
          </p:nvSpPr>
          <p:spPr>
            <a:xfrm rot="1799956">
              <a:off x="6823445" y="1643404"/>
              <a:ext cx="93106" cy="138726"/>
            </a:xfrm>
            <a:custGeom>
              <a:avLst/>
              <a:gdLst/>
              <a:ahLst/>
              <a:cxnLst/>
              <a:rect l="l" t="t" r="r" b="b"/>
              <a:pathLst>
                <a:path w="2645" h="3941" extrusionOk="0">
                  <a:moveTo>
                    <a:pt x="578" y="0"/>
                  </a:moveTo>
                  <a:cubicBezTo>
                    <a:pt x="1520" y="274"/>
                    <a:pt x="2128" y="1186"/>
                    <a:pt x="2007" y="2189"/>
                  </a:cubicBezTo>
                  <a:cubicBezTo>
                    <a:pt x="1855" y="3161"/>
                    <a:pt x="1003" y="3861"/>
                    <a:pt x="0" y="3861"/>
                  </a:cubicBezTo>
                  <a:cubicBezTo>
                    <a:pt x="92" y="3861"/>
                    <a:pt x="183" y="3891"/>
                    <a:pt x="244" y="3921"/>
                  </a:cubicBezTo>
                  <a:cubicBezTo>
                    <a:pt x="337" y="3934"/>
                    <a:pt x="430" y="3941"/>
                    <a:pt x="522" y="3941"/>
                  </a:cubicBezTo>
                  <a:cubicBezTo>
                    <a:pt x="1499" y="3941"/>
                    <a:pt x="2326" y="3222"/>
                    <a:pt x="2493" y="2250"/>
                  </a:cubicBezTo>
                  <a:cubicBezTo>
                    <a:pt x="2645" y="1186"/>
                    <a:pt x="1885" y="183"/>
                    <a:pt x="821" y="31"/>
                  </a:cubicBezTo>
                  <a:cubicBezTo>
                    <a:pt x="730" y="0"/>
                    <a:pt x="669" y="0"/>
                    <a:pt x="57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84"/>
            <p:cNvSpPr/>
            <p:nvPr/>
          </p:nvSpPr>
          <p:spPr>
            <a:xfrm rot="1799956">
              <a:off x="6773370" y="1624945"/>
              <a:ext cx="131651" cy="136825"/>
            </a:xfrm>
            <a:custGeom>
              <a:avLst/>
              <a:gdLst/>
              <a:ahLst/>
              <a:cxnLst/>
              <a:rect l="l" t="t" r="r" b="b"/>
              <a:pathLst>
                <a:path w="3740" h="3887" extrusionOk="0">
                  <a:moveTo>
                    <a:pt x="1954" y="0"/>
                  </a:moveTo>
                  <a:cubicBezTo>
                    <a:pt x="1092" y="0"/>
                    <a:pt x="324" y="699"/>
                    <a:pt x="183" y="1685"/>
                  </a:cubicBezTo>
                  <a:cubicBezTo>
                    <a:pt x="1" y="2749"/>
                    <a:pt x="639" y="3722"/>
                    <a:pt x="1581" y="3874"/>
                  </a:cubicBezTo>
                  <a:cubicBezTo>
                    <a:pt x="1648" y="3882"/>
                    <a:pt x="1714" y="3886"/>
                    <a:pt x="1780" y="3886"/>
                  </a:cubicBezTo>
                  <a:cubicBezTo>
                    <a:pt x="2649" y="3886"/>
                    <a:pt x="3446" y="3162"/>
                    <a:pt x="3588" y="2202"/>
                  </a:cubicBezTo>
                  <a:cubicBezTo>
                    <a:pt x="3739" y="1138"/>
                    <a:pt x="3101" y="165"/>
                    <a:pt x="2159" y="13"/>
                  </a:cubicBezTo>
                  <a:cubicBezTo>
                    <a:pt x="2090" y="4"/>
                    <a:pt x="2022" y="0"/>
                    <a:pt x="195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4" name="Google Shape;1864;p84"/>
          <p:cNvSpPr txBox="1"/>
          <p:nvPr/>
        </p:nvSpPr>
        <p:spPr>
          <a:xfrm>
            <a:off x="241628" y="690571"/>
            <a:ext cx="9432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Lilita One"/>
                <a:ea typeface="Lilita One"/>
                <a:cs typeface="Lilita One"/>
                <a:sym typeface="Lilita One"/>
              </a:rPr>
              <a:t>Roll the Dice</a:t>
            </a:r>
            <a:endParaRPr sz="1000">
              <a:solidFill>
                <a:schemeClr val="accent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865" name="Google Shape;1865;p84">
            <a:hlinkClick r:id="rId3" action="ppaction://hlinksldjump"/>
          </p:cNvPr>
          <p:cNvSpPr/>
          <p:nvPr/>
        </p:nvSpPr>
        <p:spPr>
          <a:xfrm>
            <a:off x="312438" y="237000"/>
            <a:ext cx="801600" cy="801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69A663-3013-A07E-5BFF-F3F4225A6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897870"/>
              </p:ext>
            </p:extLst>
          </p:nvPr>
        </p:nvGraphicFramePr>
        <p:xfrm>
          <a:off x="4155688" y="1"/>
          <a:ext cx="3464312" cy="514350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630109">
                  <a:extLst>
                    <a:ext uri="{9D8B030D-6E8A-4147-A177-3AD203B41FA5}">
                      <a16:colId xmlns:a16="http://schemas.microsoft.com/office/drawing/2014/main" val="3695307232"/>
                    </a:ext>
                  </a:extLst>
                </a:gridCol>
                <a:gridCol w="1834203">
                  <a:extLst>
                    <a:ext uri="{9D8B030D-6E8A-4147-A177-3AD203B41FA5}">
                      <a16:colId xmlns:a16="http://schemas.microsoft.com/office/drawing/2014/main" val="3393214145"/>
                    </a:ext>
                  </a:extLst>
                </a:gridCol>
              </a:tblGrid>
              <a:tr h="530226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014119"/>
                  </a:ext>
                </a:extLst>
              </a:tr>
              <a:tr h="121238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Razan Waleed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Assembly code </a:t>
                      </a:r>
                    </a:p>
                    <a:p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C code</a:t>
                      </a:r>
                    </a:p>
                    <a:p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Mapping </a:t>
                      </a:r>
                    </a:p>
                    <a:p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Flow chart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628680"/>
                  </a:ext>
                </a:extLst>
              </a:tr>
              <a:tr h="121238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Rania al </a:t>
                      </a:r>
                      <a:r>
                        <a:rPr lang="en-US" dirty="0" err="1">
                          <a:solidFill>
                            <a:schemeClr val="accent2"/>
                          </a:solidFill>
                        </a:rPr>
                        <a:t>saeed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Assembly code</a:t>
                      </a:r>
                    </a:p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Mapping </a:t>
                      </a:r>
                    </a:p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Power point presentation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911417"/>
                  </a:ext>
                </a:extLst>
              </a:tr>
              <a:tr h="96433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Jana </a:t>
                      </a:r>
                      <a:r>
                        <a:rPr lang="en-US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islam</a:t>
                      </a:r>
                      <a:endParaRPr lang="en-US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Assembly code</a:t>
                      </a:r>
                    </a:p>
                    <a:p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Power point presentation</a:t>
                      </a:r>
                    </a:p>
                    <a:p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C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946615"/>
                  </a:ext>
                </a:extLst>
              </a:tr>
              <a:tr h="66485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Mariam Farouk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Assembly code</a:t>
                      </a:r>
                    </a:p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Flow chart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046964"/>
                  </a:ext>
                </a:extLst>
              </a:tr>
              <a:tr h="55931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</a:rPr>
                        <a:t>Roaa </a:t>
                      </a:r>
                      <a:r>
                        <a:rPr lang="en-US" dirty="0" err="1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</a:rPr>
                        <a:t>yasser</a:t>
                      </a:r>
                      <a:r>
                        <a:rPr lang="en-US" dirty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</a:rPr>
                        <a:t>Assembly code</a:t>
                      </a:r>
                    </a:p>
                    <a:p>
                      <a:r>
                        <a:rPr lang="en-US" dirty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</a:rPr>
                        <a:t>Flow chart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010982"/>
                  </a:ext>
                </a:extLst>
              </a:tr>
            </a:tbl>
          </a:graphicData>
        </a:graphic>
      </p:graphicFrame>
      <p:pic>
        <p:nvPicPr>
          <p:cNvPr id="7170" name="Picture 2" descr="Egypt University of Informatics - EUI | Cairo">
            <a:extLst>
              <a:ext uri="{FF2B5EF4-FFF2-40B4-BE49-F238E27FC236}">
                <a16:creationId xmlns:a16="http://schemas.microsoft.com/office/drawing/2014/main" id="{411D0225-CEFF-176F-3384-90BE607D51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31" t="11548" r="18689" b="2482"/>
          <a:stretch>
            <a:fillRect/>
          </a:stretch>
        </p:blipFill>
        <p:spPr bwMode="auto">
          <a:xfrm>
            <a:off x="8464825" y="0"/>
            <a:ext cx="699817" cy="966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5" name="Google Shape;2985;p111"/>
          <p:cNvGrpSpPr/>
          <p:nvPr/>
        </p:nvGrpSpPr>
        <p:grpSpPr>
          <a:xfrm rot="-1800095">
            <a:off x="5351999" y="1811240"/>
            <a:ext cx="3376410" cy="3681720"/>
            <a:chOff x="5006800" y="1811156"/>
            <a:chExt cx="2989175" cy="3259469"/>
          </a:xfrm>
        </p:grpSpPr>
        <p:grpSp>
          <p:nvGrpSpPr>
            <p:cNvPr id="2986" name="Google Shape;2986;p111"/>
            <p:cNvGrpSpPr/>
            <p:nvPr/>
          </p:nvGrpSpPr>
          <p:grpSpPr>
            <a:xfrm>
              <a:off x="5006800" y="1811156"/>
              <a:ext cx="2989175" cy="3259469"/>
              <a:chOff x="5006800" y="1811156"/>
              <a:chExt cx="2989175" cy="3259469"/>
            </a:xfrm>
          </p:grpSpPr>
          <p:sp>
            <p:nvSpPr>
              <p:cNvPr id="2987" name="Google Shape;2987;p111"/>
              <p:cNvSpPr/>
              <p:nvPr/>
            </p:nvSpPr>
            <p:spPr>
              <a:xfrm rot="-899979">
                <a:off x="6575303" y="2639287"/>
                <a:ext cx="1180995" cy="2007593"/>
              </a:xfrm>
              <a:custGeom>
                <a:avLst/>
                <a:gdLst/>
                <a:ahLst/>
                <a:cxnLst/>
                <a:rect l="l" t="t" r="r" b="b"/>
                <a:pathLst>
                  <a:path w="17935" h="30488" extrusionOk="0">
                    <a:moveTo>
                      <a:pt x="17934" y="1"/>
                    </a:moveTo>
                    <a:lnTo>
                      <a:pt x="1" y="9667"/>
                    </a:lnTo>
                    <a:lnTo>
                      <a:pt x="1" y="30488"/>
                    </a:lnTo>
                    <a:lnTo>
                      <a:pt x="17934" y="19849"/>
                    </a:lnTo>
                    <a:lnTo>
                      <a:pt x="179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111"/>
              <p:cNvSpPr/>
              <p:nvPr/>
            </p:nvSpPr>
            <p:spPr>
              <a:xfrm rot="-899979">
                <a:off x="5144026" y="2093182"/>
                <a:ext cx="2359883" cy="1371100"/>
              </a:xfrm>
              <a:custGeom>
                <a:avLst/>
                <a:gdLst/>
                <a:ahLst/>
                <a:cxnLst/>
                <a:rect l="l" t="t" r="r" b="b"/>
                <a:pathLst>
                  <a:path w="35838" h="20822" extrusionOk="0">
                    <a:moveTo>
                      <a:pt x="18390" y="1"/>
                    </a:moveTo>
                    <a:lnTo>
                      <a:pt x="1" y="10669"/>
                    </a:lnTo>
                    <a:lnTo>
                      <a:pt x="17904" y="20822"/>
                    </a:lnTo>
                    <a:lnTo>
                      <a:pt x="35837" y="11156"/>
                    </a:lnTo>
                    <a:lnTo>
                      <a:pt x="18390" y="1"/>
                    </a:lnTo>
                    <a:close/>
                  </a:path>
                </a:pathLst>
              </a:custGeom>
              <a:solidFill>
                <a:srgbClr val="E6BD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111"/>
              <p:cNvSpPr/>
              <p:nvPr/>
            </p:nvSpPr>
            <p:spPr>
              <a:xfrm rot="-899979">
                <a:off x="5432482" y="2913211"/>
                <a:ext cx="1178954" cy="2039596"/>
              </a:xfrm>
              <a:custGeom>
                <a:avLst/>
                <a:gdLst/>
                <a:ahLst/>
                <a:cxnLst/>
                <a:rect l="l" t="t" r="r" b="b"/>
                <a:pathLst>
                  <a:path w="17904" h="30974" extrusionOk="0">
                    <a:moveTo>
                      <a:pt x="1" y="0"/>
                    </a:moveTo>
                    <a:lnTo>
                      <a:pt x="1" y="20335"/>
                    </a:lnTo>
                    <a:lnTo>
                      <a:pt x="17904" y="30974"/>
                    </a:lnTo>
                    <a:lnTo>
                      <a:pt x="17904" y="1015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0A47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111"/>
              <p:cNvSpPr/>
              <p:nvPr/>
            </p:nvSpPr>
            <p:spPr>
              <a:xfrm rot="-899979">
                <a:off x="7080466" y="3494225"/>
                <a:ext cx="224215" cy="250225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3800" extrusionOk="0">
                    <a:moveTo>
                      <a:pt x="1703" y="0"/>
                    </a:moveTo>
                    <a:cubicBezTo>
                      <a:pt x="760" y="0"/>
                      <a:pt x="0" y="851"/>
                      <a:pt x="0" y="1915"/>
                    </a:cubicBezTo>
                    <a:cubicBezTo>
                      <a:pt x="0" y="2949"/>
                      <a:pt x="760" y="3800"/>
                      <a:pt x="1703" y="3800"/>
                    </a:cubicBezTo>
                    <a:cubicBezTo>
                      <a:pt x="2645" y="3800"/>
                      <a:pt x="3405" y="2949"/>
                      <a:pt x="3405" y="1915"/>
                    </a:cubicBezTo>
                    <a:cubicBezTo>
                      <a:pt x="3405" y="851"/>
                      <a:pt x="2645" y="0"/>
                      <a:pt x="1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111"/>
              <p:cNvSpPr/>
              <p:nvPr/>
            </p:nvSpPr>
            <p:spPr>
              <a:xfrm rot="-899979">
                <a:off x="5580827" y="4059768"/>
                <a:ext cx="224215" cy="252266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3831" extrusionOk="0">
                    <a:moveTo>
                      <a:pt x="1702" y="1"/>
                    </a:moveTo>
                    <a:cubicBezTo>
                      <a:pt x="760" y="1"/>
                      <a:pt x="0" y="852"/>
                      <a:pt x="0" y="1915"/>
                    </a:cubicBezTo>
                    <a:cubicBezTo>
                      <a:pt x="0" y="2979"/>
                      <a:pt x="760" y="3830"/>
                      <a:pt x="1702" y="3830"/>
                    </a:cubicBezTo>
                    <a:cubicBezTo>
                      <a:pt x="2645" y="3830"/>
                      <a:pt x="3404" y="2979"/>
                      <a:pt x="3404" y="1915"/>
                    </a:cubicBezTo>
                    <a:cubicBezTo>
                      <a:pt x="3404" y="852"/>
                      <a:pt x="2645" y="1"/>
                      <a:pt x="170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111"/>
              <p:cNvSpPr/>
              <p:nvPr/>
            </p:nvSpPr>
            <p:spPr>
              <a:xfrm rot="-899979">
                <a:off x="5879898" y="3816181"/>
                <a:ext cx="222239" cy="250225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3800" extrusionOk="0">
                    <a:moveTo>
                      <a:pt x="1703" y="0"/>
                    </a:moveTo>
                    <a:cubicBezTo>
                      <a:pt x="761" y="0"/>
                      <a:pt x="1" y="851"/>
                      <a:pt x="1" y="1915"/>
                    </a:cubicBezTo>
                    <a:cubicBezTo>
                      <a:pt x="1" y="2949"/>
                      <a:pt x="761" y="3800"/>
                      <a:pt x="1703" y="3800"/>
                    </a:cubicBezTo>
                    <a:cubicBezTo>
                      <a:pt x="2615" y="3800"/>
                      <a:pt x="3375" y="2949"/>
                      <a:pt x="3375" y="1915"/>
                    </a:cubicBezTo>
                    <a:cubicBezTo>
                      <a:pt x="3375" y="851"/>
                      <a:pt x="2615" y="0"/>
                      <a:pt x="1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111"/>
              <p:cNvSpPr/>
              <p:nvPr/>
            </p:nvSpPr>
            <p:spPr>
              <a:xfrm rot="-899979">
                <a:off x="6207969" y="3562254"/>
                <a:ext cx="224215" cy="252266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3831" extrusionOk="0">
                    <a:moveTo>
                      <a:pt x="1702" y="1"/>
                    </a:moveTo>
                    <a:cubicBezTo>
                      <a:pt x="760" y="1"/>
                      <a:pt x="0" y="852"/>
                      <a:pt x="0" y="1916"/>
                    </a:cubicBezTo>
                    <a:cubicBezTo>
                      <a:pt x="0" y="2979"/>
                      <a:pt x="760" y="3831"/>
                      <a:pt x="1702" y="3831"/>
                    </a:cubicBezTo>
                    <a:cubicBezTo>
                      <a:pt x="2645" y="3831"/>
                      <a:pt x="3405" y="2979"/>
                      <a:pt x="3405" y="1916"/>
                    </a:cubicBezTo>
                    <a:cubicBezTo>
                      <a:pt x="3405" y="852"/>
                      <a:pt x="2645" y="1"/>
                      <a:pt x="170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Google Shape;2994;p111"/>
              <p:cNvSpPr/>
              <p:nvPr/>
            </p:nvSpPr>
            <p:spPr>
              <a:xfrm rot="-899979">
                <a:off x="6170199" y="2284222"/>
                <a:ext cx="240216" cy="250817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3809" extrusionOk="0">
                    <a:moveTo>
                      <a:pt x="1864" y="0"/>
                    </a:moveTo>
                    <a:cubicBezTo>
                      <a:pt x="1040" y="0"/>
                      <a:pt x="291" y="716"/>
                      <a:pt x="152" y="1661"/>
                    </a:cubicBezTo>
                    <a:cubicBezTo>
                      <a:pt x="0" y="2694"/>
                      <a:pt x="639" y="3667"/>
                      <a:pt x="1551" y="3788"/>
                    </a:cubicBezTo>
                    <a:cubicBezTo>
                      <a:pt x="1634" y="3802"/>
                      <a:pt x="1717" y="3808"/>
                      <a:pt x="1799" y="3808"/>
                    </a:cubicBezTo>
                    <a:cubicBezTo>
                      <a:pt x="2638" y="3808"/>
                      <a:pt x="3357" y="3117"/>
                      <a:pt x="3496" y="2147"/>
                    </a:cubicBezTo>
                    <a:cubicBezTo>
                      <a:pt x="3648" y="1114"/>
                      <a:pt x="3040" y="141"/>
                      <a:pt x="2098" y="19"/>
                    </a:cubicBezTo>
                    <a:cubicBezTo>
                      <a:pt x="2019" y="6"/>
                      <a:pt x="1941" y="0"/>
                      <a:pt x="18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111"/>
              <p:cNvSpPr/>
              <p:nvPr/>
            </p:nvSpPr>
            <p:spPr>
              <a:xfrm rot="-899979">
                <a:off x="6248859" y="2948949"/>
                <a:ext cx="240216" cy="250883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3810" extrusionOk="0">
                    <a:moveTo>
                      <a:pt x="1864" y="1"/>
                    </a:moveTo>
                    <a:cubicBezTo>
                      <a:pt x="1040" y="1"/>
                      <a:pt x="291" y="717"/>
                      <a:pt x="152" y="1662"/>
                    </a:cubicBezTo>
                    <a:cubicBezTo>
                      <a:pt x="0" y="2695"/>
                      <a:pt x="608" y="3668"/>
                      <a:pt x="1551" y="3789"/>
                    </a:cubicBezTo>
                    <a:cubicBezTo>
                      <a:pt x="1632" y="3803"/>
                      <a:pt x="1712" y="3809"/>
                      <a:pt x="1792" y="3809"/>
                    </a:cubicBezTo>
                    <a:cubicBezTo>
                      <a:pt x="2613" y="3809"/>
                      <a:pt x="3357" y="3118"/>
                      <a:pt x="3496" y="2148"/>
                    </a:cubicBezTo>
                    <a:cubicBezTo>
                      <a:pt x="3648" y="1115"/>
                      <a:pt x="3010" y="142"/>
                      <a:pt x="2098" y="20"/>
                    </a:cubicBezTo>
                    <a:cubicBezTo>
                      <a:pt x="2019" y="7"/>
                      <a:pt x="1941" y="1"/>
                      <a:pt x="18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96" name="Google Shape;2996;p111"/>
            <p:cNvSpPr/>
            <p:nvPr/>
          </p:nvSpPr>
          <p:spPr>
            <a:xfrm rot="-899979">
              <a:off x="7190084" y="3473531"/>
              <a:ext cx="144209" cy="254307"/>
            </a:xfrm>
            <a:custGeom>
              <a:avLst/>
              <a:gdLst/>
              <a:ahLst/>
              <a:cxnLst/>
              <a:rect l="l" t="t" r="r" b="b"/>
              <a:pathLst>
                <a:path w="2190" h="3862" extrusionOk="0">
                  <a:moveTo>
                    <a:pt x="1" y="1"/>
                  </a:moveTo>
                  <a:cubicBezTo>
                    <a:pt x="943" y="123"/>
                    <a:pt x="1703" y="943"/>
                    <a:pt x="1703" y="1916"/>
                  </a:cubicBezTo>
                  <a:cubicBezTo>
                    <a:pt x="1703" y="2919"/>
                    <a:pt x="943" y="3709"/>
                    <a:pt x="1" y="3831"/>
                  </a:cubicBezTo>
                  <a:cubicBezTo>
                    <a:pt x="61" y="3861"/>
                    <a:pt x="153" y="3861"/>
                    <a:pt x="244" y="3861"/>
                  </a:cubicBezTo>
                  <a:cubicBezTo>
                    <a:pt x="1308" y="3861"/>
                    <a:pt x="2189" y="2980"/>
                    <a:pt x="2189" y="1916"/>
                  </a:cubicBezTo>
                  <a:cubicBezTo>
                    <a:pt x="2189" y="852"/>
                    <a:pt x="1308" y="1"/>
                    <a:pt x="244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111"/>
            <p:cNvSpPr/>
            <p:nvPr/>
          </p:nvSpPr>
          <p:spPr>
            <a:xfrm rot="-899979">
              <a:off x="5690446" y="4039147"/>
              <a:ext cx="144143" cy="256217"/>
            </a:xfrm>
            <a:custGeom>
              <a:avLst/>
              <a:gdLst/>
              <a:ahLst/>
              <a:cxnLst/>
              <a:rect l="l" t="t" r="r" b="b"/>
              <a:pathLst>
                <a:path w="2189" h="3891" extrusionOk="0">
                  <a:moveTo>
                    <a:pt x="243" y="0"/>
                  </a:moveTo>
                  <a:cubicBezTo>
                    <a:pt x="183" y="0"/>
                    <a:pt x="91" y="31"/>
                    <a:pt x="0" y="31"/>
                  </a:cubicBezTo>
                  <a:cubicBezTo>
                    <a:pt x="973" y="152"/>
                    <a:pt x="1702" y="973"/>
                    <a:pt x="1702" y="1945"/>
                  </a:cubicBezTo>
                  <a:cubicBezTo>
                    <a:pt x="1702" y="2918"/>
                    <a:pt x="973" y="3739"/>
                    <a:pt x="0" y="3860"/>
                  </a:cubicBezTo>
                  <a:cubicBezTo>
                    <a:pt x="91" y="3860"/>
                    <a:pt x="152" y="3891"/>
                    <a:pt x="243" y="3891"/>
                  </a:cubicBezTo>
                  <a:cubicBezTo>
                    <a:pt x="1307" y="3891"/>
                    <a:pt x="2189" y="3009"/>
                    <a:pt x="2189" y="1945"/>
                  </a:cubicBezTo>
                  <a:cubicBezTo>
                    <a:pt x="2189" y="882"/>
                    <a:pt x="1338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111"/>
            <p:cNvSpPr/>
            <p:nvPr/>
          </p:nvSpPr>
          <p:spPr>
            <a:xfrm rot="-899979">
              <a:off x="5989517" y="3795495"/>
              <a:ext cx="142167" cy="254307"/>
            </a:xfrm>
            <a:custGeom>
              <a:avLst/>
              <a:gdLst/>
              <a:ahLst/>
              <a:cxnLst/>
              <a:rect l="l" t="t" r="r" b="b"/>
              <a:pathLst>
                <a:path w="2159" h="3862" extrusionOk="0">
                  <a:moveTo>
                    <a:pt x="1" y="1"/>
                  </a:moveTo>
                  <a:cubicBezTo>
                    <a:pt x="943" y="123"/>
                    <a:pt x="1673" y="943"/>
                    <a:pt x="1673" y="1916"/>
                  </a:cubicBezTo>
                  <a:cubicBezTo>
                    <a:pt x="1673" y="2919"/>
                    <a:pt x="943" y="3709"/>
                    <a:pt x="1" y="3831"/>
                  </a:cubicBezTo>
                  <a:cubicBezTo>
                    <a:pt x="62" y="3861"/>
                    <a:pt x="153" y="3861"/>
                    <a:pt x="214" y="3861"/>
                  </a:cubicBezTo>
                  <a:cubicBezTo>
                    <a:pt x="1308" y="3861"/>
                    <a:pt x="2159" y="2980"/>
                    <a:pt x="2159" y="1916"/>
                  </a:cubicBezTo>
                  <a:cubicBezTo>
                    <a:pt x="2159" y="852"/>
                    <a:pt x="1308" y="1"/>
                    <a:pt x="214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111"/>
            <p:cNvSpPr/>
            <p:nvPr/>
          </p:nvSpPr>
          <p:spPr>
            <a:xfrm rot="-899979">
              <a:off x="6317366" y="3541923"/>
              <a:ext cx="142167" cy="254242"/>
            </a:xfrm>
            <a:custGeom>
              <a:avLst/>
              <a:gdLst/>
              <a:ahLst/>
              <a:cxnLst/>
              <a:rect l="l" t="t" r="r" b="b"/>
              <a:pathLst>
                <a:path w="2159" h="3861" extrusionOk="0">
                  <a:moveTo>
                    <a:pt x="244" y="0"/>
                  </a:moveTo>
                  <a:cubicBezTo>
                    <a:pt x="152" y="0"/>
                    <a:pt x="61" y="31"/>
                    <a:pt x="0" y="31"/>
                  </a:cubicBezTo>
                  <a:cubicBezTo>
                    <a:pt x="943" y="152"/>
                    <a:pt x="1672" y="943"/>
                    <a:pt x="1672" y="1946"/>
                  </a:cubicBezTo>
                  <a:cubicBezTo>
                    <a:pt x="1672" y="2918"/>
                    <a:pt x="943" y="3739"/>
                    <a:pt x="0" y="3861"/>
                  </a:cubicBezTo>
                  <a:lnTo>
                    <a:pt x="244" y="3861"/>
                  </a:lnTo>
                  <a:cubicBezTo>
                    <a:pt x="1307" y="3861"/>
                    <a:pt x="2159" y="3009"/>
                    <a:pt x="2159" y="1946"/>
                  </a:cubicBezTo>
                  <a:cubicBezTo>
                    <a:pt x="2159" y="851"/>
                    <a:pt x="1307" y="0"/>
                    <a:pt x="24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111"/>
            <p:cNvSpPr/>
            <p:nvPr/>
          </p:nvSpPr>
          <p:spPr>
            <a:xfrm rot="-899979">
              <a:off x="6270916" y="2267991"/>
              <a:ext cx="170219" cy="255559"/>
            </a:xfrm>
            <a:custGeom>
              <a:avLst/>
              <a:gdLst/>
              <a:ahLst/>
              <a:cxnLst/>
              <a:rect l="l" t="t" r="r" b="b"/>
              <a:pathLst>
                <a:path w="2585" h="3881" extrusionOk="0">
                  <a:moveTo>
                    <a:pt x="578" y="0"/>
                  </a:moveTo>
                  <a:cubicBezTo>
                    <a:pt x="1490" y="244"/>
                    <a:pt x="2098" y="1155"/>
                    <a:pt x="1976" y="2128"/>
                  </a:cubicBezTo>
                  <a:cubicBezTo>
                    <a:pt x="1828" y="3080"/>
                    <a:pt x="1009" y="3770"/>
                    <a:pt x="62" y="3770"/>
                  </a:cubicBezTo>
                  <a:cubicBezTo>
                    <a:pt x="41" y="3770"/>
                    <a:pt x="21" y="3770"/>
                    <a:pt x="1" y="3769"/>
                  </a:cubicBezTo>
                  <a:lnTo>
                    <a:pt x="1" y="3769"/>
                  </a:lnTo>
                  <a:cubicBezTo>
                    <a:pt x="92" y="3800"/>
                    <a:pt x="183" y="3830"/>
                    <a:pt x="244" y="3861"/>
                  </a:cubicBezTo>
                  <a:cubicBezTo>
                    <a:pt x="338" y="3874"/>
                    <a:pt x="432" y="3881"/>
                    <a:pt x="524" y="3881"/>
                  </a:cubicBezTo>
                  <a:cubicBezTo>
                    <a:pt x="1474" y="3881"/>
                    <a:pt x="2294" y="3189"/>
                    <a:pt x="2432" y="2219"/>
                  </a:cubicBezTo>
                  <a:cubicBezTo>
                    <a:pt x="2584" y="1155"/>
                    <a:pt x="1855" y="152"/>
                    <a:pt x="821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111"/>
            <p:cNvSpPr/>
            <p:nvPr/>
          </p:nvSpPr>
          <p:spPr>
            <a:xfrm rot="-899979">
              <a:off x="6349585" y="2932783"/>
              <a:ext cx="170219" cy="255559"/>
            </a:xfrm>
            <a:custGeom>
              <a:avLst/>
              <a:gdLst/>
              <a:ahLst/>
              <a:cxnLst/>
              <a:rect l="l" t="t" r="r" b="b"/>
              <a:pathLst>
                <a:path w="2585" h="3881" extrusionOk="0">
                  <a:moveTo>
                    <a:pt x="548" y="0"/>
                  </a:moveTo>
                  <a:cubicBezTo>
                    <a:pt x="1490" y="244"/>
                    <a:pt x="2098" y="1155"/>
                    <a:pt x="1946" y="2128"/>
                  </a:cubicBezTo>
                  <a:cubicBezTo>
                    <a:pt x="1824" y="3101"/>
                    <a:pt x="973" y="3800"/>
                    <a:pt x="1" y="3800"/>
                  </a:cubicBezTo>
                  <a:cubicBezTo>
                    <a:pt x="92" y="3800"/>
                    <a:pt x="153" y="3830"/>
                    <a:pt x="244" y="3861"/>
                  </a:cubicBezTo>
                  <a:cubicBezTo>
                    <a:pt x="338" y="3874"/>
                    <a:pt x="432" y="3881"/>
                    <a:pt x="524" y="3881"/>
                  </a:cubicBezTo>
                  <a:cubicBezTo>
                    <a:pt x="1474" y="3881"/>
                    <a:pt x="2294" y="3189"/>
                    <a:pt x="2432" y="2219"/>
                  </a:cubicBezTo>
                  <a:cubicBezTo>
                    <a:pt x="2584" y="1155"/>
                    <a:pt x="1855" y="152"/>
                    <a:pt x="791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6" name="Google Shape;3006;p111"/>
          <p:cNvGrpSpPr/>
          <p:nvPr/>
        </p:nvGrpSpPr>
        <p:grpSpPr>
          <a:xfrm rot="1800004">
            <a:off x="5648264" y="-945251"/>
            <a:ext cx="4153155" cy="4323068"/>
            <a:chOff x="5032774" y="2440179"/>
            <a:chExt cx="881402" cy="917435"/>
          </a:xfrm>
        </p:grpSpPr>
        <p:sp>
          <p:nvSpPr>
            <p:cNvPr id="3007" name="Google Shape;3007;p111"/>
            <p:cNvSpPr/>
            <p:nvPr/>
          </p:nvSpPr>
          <p:spPr>
            <a:xfrm rot="-1799844">
              <a:off x="5500484" y="2645849"/>
              <a:ext cx="304604" cy="517999"/>
            </a:xfrm>
            <a:custGeom>
              <a:avLst/>
              <a:gdLst/>
              <a:ahLst/>
              <a:cxnLst/>
              <a:rect l="l" t="t" r="r" b="b"/>
              <a:pathLst>
                <a:path w="17964" h="30549" extrusionOk="0">
                  <a:moveTo>
                    <a:pt x="17964" y="1"/>
                  </a:moveTo>
                  <a:lnTo>
                    <a:pt x="0" y="9697"/>
                  </a:lnTo>
                  <a:lnTo>
                    <a:pt x="0" y="30548"/>
                  </a:lnTo>
                  <a:lnTo>
                    <a:pt x="17964" y="19879"/>
                  </a:lnTo>
                  <a:lnTo>
                    <a:pt x="1796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111"/>
            <p:cNvSpPr/>
            <p:nvPr/>
          </p:nvSpPr>
          <p:spPr>
            <a:xfrm rot="-1799844">
              <a:off x="5080485" y="2568754"/>
              <a:ext cx="609207" cy="354082"/>
            </a:xfrm>
            <a:custGeom>
              <a:avLst/>
              <a:gdLst/>
              <a:ahLst/>
              <a:cxnLst/>
              <a:rect l="l" t="t" r="r" b="b"/>
              <a:pathLst>
                <a:path w="35928" h="20882" extrusionOk="0">
                  <a:moveTo>
                    <a:pt x="18450" y="0"/>
                  </a:moveTo>
                  <a:lnTo>
                    <a:pt x="0" y="10699"/>
                  </a:lnTo>
                  <a:lnTo>
                    <a:pt x="17964" y="20882"/>
                  </a:lnTo>
                  <a:lnTo>
                    <a:pt x="35928" y="11186"/>
                  </a:lnTo>
                  <a:lnTo>
                    <a:pt x="18450" y="0"/>
                  </a:lnTo>
                  <a:close/>
                </a:path>
              </a:pathLst>
            </a:custGeom>
            <a:solidFill>
              <a:srgbClr val="4F82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111"/>
            <p:cNvSpPr/>
            <p:nvPr/>
          </p:nvSpPr>
          <p:spPr>
            <a:xfrm rot="-1799844">
              <a:off x="5234636" y="2790470"/>
              <a:ext cx="304621" cy="526240"/>
            </a:xfrm>
            <a:custGeom>
              <a:avLst/>
              <a:gdLst/>
              <a:ahLst/>
              <a:cxnLst/>
              <a:rect l="l" t="t" r="r" b="b"/>
              <a:pathLst>
                <a:path w="17965" h="31035" extrusionOk="0">
                  <a:moveTo>
                    <a:pt x="0" y="0"/>
                  </a:moveTo>
                  <a:lnTo>
                    <a:pt x="0" y="20365"/>
                  </a:lnTo>
                  <a:lnTo>
                    <a:pt x="17964" y="31034"/>
                  </a:lnTo>
                  <a:lnTo>
                    <a:pt x="17964" y="101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111"/>
            <p:cNvSpPr/>
            <p:nvPr/>
          </p:nvSpPr>
          <p:spPr>
            <a:xfrm rot="-1799844">
              <a:off x="5650117" y="2686758"/>
              <a:ext cx="37134" cy="65468"/>
            </a:xfrm>
            <a:custGeom>
              <a:avLst/>
              <a:gdLst/>
              <a:ahLst/>
              <a:cxnLst/>
              <a:rect l="l" t="t" r="r" b="b"/>
              <a:pathLst>
                <a:path w="2190" h="3861" extrusionOk="0">
                  <a:moveTo>
                    <a:pt x="244" y="0"/>
                  </a:moveTo>
                  <a:cubicBezTo>
                    <a:pt x="153" y="0"/>
                    <a:pt x="92" y="0"/>
                    <a:pt x="1" y="31"/>
                  </a:cubicBezTo>
                  <a:cubicBezTo>
                    <a:pt x="973" y="152"/>
                    <a:pt x="1703" y="942"/>
                    <a:pt x="1703" y="1946"/>
                  </a:cubicBezTo>
                  <a:cubicBezTo>
                    <a:pt x="1703" y="2918"/>
                    <a:pt x="973" y="3739"/>
                    <a:pt x="1" y="3860"/>
                  </a:cubicBezTo>
                  <a:lnTo>
                    <a:pt x="244" y="3860"/>
                  </a:lnTo>
                  <a:cubicBezTo>
                    <a:pt x="1308" y="3860"/>
                    <a:pt x="2189" y="3009"/>
                    <a:pt x="2189" y="1946"/>
                  </a:cubicBezTo>
                  <a:cubicBezTo>
                    <a:pt x="2189" y="851"/>
                    <a:pt x="1308" y="0"/>
                    <a:pt x="24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111"/>
            <p:cNvSpPr/>
            <p:nvPr/>
          </p:nvSpPr>
          <p:spPr>
            <a:xfrm rot="-1799844">
              <a:off x="5623872" y="2696514"/>
              <a:ext cx="57736" cy="64960"/>
            </a:xfrm>
            <a:custGeom>
              <a:avLst/>
              <a:gdLst/>
              <a:ahLst/>
              <a:cxnLst/>
              <a:rect l="l" t="t" r="r" b="b"/>
              <a:pathLst>
                <a:path w="3405" h="3831" extrusionOk="0">
                  <a:moveTo>
                    <a:pt x="1703" y="1"/>
                  </a:moveTo>
                  <a:cubicBezTo>
                    <a:pt x="760" y="1"/>
                    <a:pt x="0" y="852"/>
                    <a:pt x="0" y="1916"/>
                  </a:cubicBezTo>
                  <a:cubicBezTo>
                    <a:pt x="0" y="2979"/>
                    <a:pt x="760" y="3830"/>
                    <a:pt x="1703" y="3830"/>
                  </a:cubicBezTo>
                  <a:cubicBezTo>
                    <a:pt x="2645" y="3830"/>
                    <a:pt x="3405" y="2979"/>
                    <a:pt x="3405" y="1916"/>
                  </a:cubicBezTo>
                  <a:cubicBezTo>
                    <a:pt x="3405" y="852"/>
                    <a:pt x="2645" y="1"/>
                    <a:pt x="1703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111"/>
            <p:cNvSpPr/>
            <p:nvPr/>
          </p:nvSpPr>
          <p:spPr>
            <a:xfrm rot="-1799844">
              <a:off x="5537733" y="2856996"/>
              <a:ext cx="37117" cy="65468"/>
            </a:xfrm>
            <a:custGeom>
              <a:avLst/>
              <a:gdLst/>
              <a:ahLst/>
              <a:cxnLst/>
              <a:rect l="l" t="t" r="r" b="b"/>
              <a:pathLst>
                <a:path w="2189" h="3861" extrusionOk="0">
                  <a:moveTo>
                    <a:pt x="244" y="0"/>
                  </a:moveTo>
                  <a:cubicBezTo>
                    <a:pt x="152" y="0"/>
                    <a:pt x="92" y="0"/>
                    <a:pt x="0" y="31"/>
                  </a:cubicBezTo>
                  <a:cubicBezTo>
                    <a:pt x="973" y="152"/>
                    <a:pt x="1703" y="942"/>
                    <a:pt x="1703" y="1946"/>
                  </a:cubicBezTo>
                  <a:cubicBezTo>
                    <a:pt x="1703" y="2918"/>
                    <a:pt x="973" y="3739"/>
                    <a:pt x="0" y="3860"/>
                  </a:cubicBezTo>
                  <a:lnTo>
                    <a:pt x="244" y="3860"/>
                  </a:lnTo>
                  <a:cubicBezTo>
                    <a:pt x="1307" y="3860"/>
                    <a:pt x="2189" y="3009"/>
                    <a:pt x="2189" y="1946"/>
                  </a:cubicBezTo>
                  <a:cubicBezTo>
                    <a:pt x="2189" y="851"/>
                    <a:pt x="1307" y="0"/>
                    <a:pt x="24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111"/>
            <p:cNvSpPr/>
            <p:nvPr/>
          </p:nvSpPr>
          <p:spPr>
            <a:xfrm rot="-1799844">
              <a:off x="5511487" y="2866747"/>
              <a:ext cx="57736" cy="64960"/>
            </a:xfrm>
            <a:custGeom>
              <a:avLst/>
              <a:gdLst/>
              <a:ahLst/>
              <a:cxnLst/>
              <a:rect l="l" t="t" r="r" b="b"/>
              <a:pathLst>
                <a:path w="3405" h="3831" extrusionOk="0">
                  <a:moveTo>
                    <a:pt x="1702" y="1"/>
                  </a:moveTo>
                  <a:cubicBezTo>
                    <a:pt x="760" y="1"/>
                    <a:pt x="0" y="852"/>
                    <a:pt x="0" y="1916"/>
                  </a:cubicBezTo>
                  <a:cubicBezTo>
                    <a:pt x="0" y="2979"/>
                    <a:pt x="760" y="3830"/>
                    <a:pt x="1702" y="3830"/>
                  </a:cubicBezTo>
                  <a:cubicBezTo>
                    <a:pt x="2645" y="3830"/>
                    <a:pt x="3405" y="2979"/>
                    <a:pt x="3405" y="1916"/>
                  </a:cubicBezTo>
                  <a:cubicBezTo>
                    <a:pt x="3405" y="852"/>
                    <a:pt x="2645" y="1"/>
                    <a:pt x="1702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111"/>
            <p:cNvSpPr/>
            <p:nvPr/>
          </p:nvSpPr>
          <p:spPr>
            <a:xfrm rot="-1799844">
              <a:off x="5756969" y="2848866"/>
              <a:ext cx="37117" cy="65994"/>
            </a:xfrm>
            <a:custGeom>
              <a:avLst/>
              <a:gdLst/>
              <a:ahLst/>
              <a:cxnLst/>
              <a:rect l="l" t="t" r="r" b="b"/>
              <a:pathLst>
                <a:path w="2189" h="3892" extrusionOk="0">
                  <a:moveTo>
                    <a:pt x="243" y="1"/>
                  </a:moveTo>
                  <a:cubicBezTo>
                    <a:pt x="152" y="1"/>
                    <a:pt x="91" y="31"/>
                    <a:pt x="0" y="31"/>
                  </a:cubicBezTo>
                  <a:cubicBezTo>
                    <a:pt x="973" y="153"/>
                    <a:pt x="1702" y="943"/>
                    <a:pt x="1702" y="1946"/>
                  </a:cubicBezTo>
                  <a:cubicBezTo>
                    <a:pt x="1702" y="2919"/>
                    <a:pt x="973" y="3740"/>
                    <a:pt x="0" y="3861"/>
                  </a:cubicBezTo>
                  <a:cubicBezTo>
                    <a:pt x="91" y="3861"/>
                    <a:pt x="152" y="3892"/>
                    <a:pt x="243" y="3892"/>
                  </a:cubicBezTo>
                  <a:cubicBezTo>
                    <a:pt x="1307" y="3892"/>
                    <a:pt x="2189" y="3010"/>
                    <a:pt x="2189" y="1946"/>
                  </a:cubicBezTo>
                  <a:cubicBezTo>
                    <a:pt x="2189" y="852"/>
                    <a:pt x="1307" y="1"/>
                    <a:pt x="243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111"/>
            <p:cNvSpPr/>
            <p:nvPr/>
          </p:nvSpPr>
          <p:spPr>
            <a:xfrm rot="-1799844">
              <a:off x="5730600" y="2858667"/>
              <a:ext cx="57736" cy="64960"/>
            </a:xfrm>
            <a:custGeom>
              <a:avLst/>
              <a:gdLst/>
              <a:ahLst/>
              <a:cxnLst/>
              <a:rect l="l" t="t" r="r" b="b"/>
              <a:pathLst>
                <a:path w="3405" h="3831" extrusionOk="0">
                  <a:moveTo>
                    <a:pt x="1702" y="0"/>
                  </a:moveTo>
                  <a:cubicBezTo>
                    <a:pt x="760" y="0"/>
                    <a:pt x="0" y="851"/>
                    <a:pt x="0" y="1915"/>
                  </a:cubicBezTo>
                  <a:cubicBezTo>
                    <a:pt x="0" y="2979"/>
                    <a:pt x="760" y="3830"/>
                    <a:pt x="1702" y="3830"/>
                  </a:cubicBezTo>
                  <a:cubicBezTo>
                    <a:pt x="2645" y="3830"/>
                    <a:pt x="3404" y="2979"/>
                    <a:pt x="3404" y="1915"/>
                  </a:cubicBezTo>
                  <a:cubicBezTo>
                    <a:pt x="3404" y="851"/>
                    <a:pt x="2645" y="0"/>
                    <a:pt x="1702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111"/>
            <p:cNvSpPr/>
            <p:nvPr/>
          </p:nvSpPr>
          <p:spPr>
            <a:xfrm rot="-1799844">
              <a:off x="5654392" y="3013431"/>
              <a:ext cx="37134" cy="65994"/>
            </a:xfrm>
            <a:custGeom>
              <a:avLst/>
              <a:gdLst/>
              <a:ahLst/>
              <a:cxnLst/>
              <a:rect l="l" t="t" r="r" b="b"/>
              <a:pathLst>
                <a:path w="2190" h="3892" extrusionOk="0">
                  <a:moveTo>
                    <a:pt x="244" y="1"/>
                  </a:moveTo>
                  <a:cubicBezTo>
                    <a:pt x="183" y="1"/>
                    <a:pt x="92" y="31"/>
                    <a:pt x="1" y="31"/>
                  </a:cubicBezTo>
                  <a:cubicBezTo>
                    <a:pt x="974" y="153"/>
                    <a:pt x="1703" y="943"/>
                    <a:pt x="1703" y="1946"/>
                  </a:cubicBezTo>
                  <a:cubicBezTo>
                    <a:pt x="1703" y="2919"/>
                    <a:pt x="974" y="3740"/>
                    <a:pt x="1" y="3861"/>
                  </a:cubicBezTo>
                  <a:cubicBezTo>
                    <a:pt x="92" y="3861"/>
                    <a:pt x="183" y="3892"/>
                    <a:pt x="244" y="3892"/>
                  </a:cubicBezTo>
                  <a:cubicBezTo>
                    <a:pt x="1338" y="3892"/>
                    <a:pt x="2189" y="3010"/>
                    <a:pt x="2189" y="1946"/>
                  </a:cubicBezTo>
                  <a:cubicBezTo>
                    <a:pt x="2189" y="852"/>
                    <a:pt x="1338" y="1"/>
                    <a:pt x="244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111"/>
            <p:cNvSpPr/>
            <p:nvPr/>
          </p:nvSpPr>
          <p:spPr>
            <a:xfrm rot="-1799844">
              <a:off x="5628023" y="3023232"/>
              <a:ext cx="57753" cy="64960"/>
            </a:xfrm>
            <a:custGeom>
              <a:avLst/>
              <a:gdLst/>
              <a:ahLst/>
              <a:cxnLst/>
              <a:rect l="l" t="t" r="r" b="b"/>
              <a:pathLst>
                <a:path w="3406" h="3831" extrusionOk="0">
                  <a:moveTo>
                    <a:pt x="1703" y="0"/>
                  </a:moveTo>
                  <a:cubicBezTo>
                    <a:pt x="761" y="0"/>
                    <a:pt x="1" y="851"/>
                    <a:pt x="1" y="1915"/>
                  </a:cubicBezTo>
                  <a:cubicBezTo>
                    <a:pt x="1" y="2979"/>
                    <a:pt x="761" y="3830"/>
                    <a:pt x="1703" y="3830"/>
                  </a:cubicBezTo>
                  <a:cubicBezTo>
                    <a:pt x="2645" y="3830"/>
                    <a:pt x="3405" y="2979"/>
                    <a:pt x="3405" y="1915"/>
                  </a:cubicBezTo>
                  <a:cubicBezTo>
                    <a:pt x="3405" y="851"/>
                    <a:pt x="2645" y="0"/>
                    <a:pt x="170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111"/>
            <p:cNvSpPr/>
            <p:nvPr/>
          </p:nvSpPr>
          <p:spPr>
            <a:xfrm rot="-1799844">
              <a:off x="5376117" y="3015766"/>
              <a:ext cx="37134" cy="65468"/>
            </a:xfrm>
            <a:custGeom>
              <a:avLst/>
              <a:gdLst/>
              <a:ahLst/>
              <a:cxnLst/>
              <a:rect l="l" t="t" r="r" b="b"/>
              <a:pathLst>
                <a:path w="2190" h="3861" extrusionOk="0">
                  <a:moveTo>
                    <a:pt x="244" y="0"/>
                  </a:moveTo>
                  <a:cubicBezTo>
                    <a:pt x="153" y="0"/>
                    <a:pt x="92" y="0"/>
                    <a:pt x="1" y="31"/>
                  </a:cubicBezTo>
                  <a:cubicBezTo>
                    <a:pt x="973" y="152"/>
                    <a:pt x="1703" y="943"/>
                    <a:pt x="1703" y="1946"/>
                  </a:cubicBezTo>
                  <a:cubicBezTo>
                    <a:pt x="1703" y="2918"/>
                    <a:pt x="973" y="3739"/>
                    <a:pt x="1" y="3861"/>
                  </a:cubicBezTo>
                  <a:lnTo>
                    <a:pt x="244" y="3861"/>
                  </a:lnTo>
                  <a:cubicBezTo>
                    <a:pt x="1308" y="3861"/>
                    <a:pt x="2189" y="3010"/>
                    <a:pt x="2189" y="1915"/>
                  </a:cubicBezTo>
                  <a:cubicBezTo>
                    <a:pt x="2189" y="852"/>
                    <a:pt x="1308" y="0"/>
                    <a:pt x="24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111"/>
            <p:cNvSpPr/>
            <p:nvPr/>
          </p:nvSpPr>
          <p:spPr>
            <a:xfrm rot="-1799844">
              <a:off x="5349872" y="3025522"/>
              <a:ext cx="57736" cy="64960"/>
            </a:xfrm>
            <a:custGeom>
              <a:avLst/>
              <a:gdLst/>
              <a:ahLst/>
              <a:cxnLst/>
              <a:rect l="l" t="t" r="r" b="b"/>
              <a:pathLst>
                <a:path w="3405" h="3831" extrusionOk="0">
                  <a:moveTo>
                    <a:pt x="1703" y="1"/>
                  </a:moveTo>
                  <a:cubicBezTo>
                    <a:pt x="760" y="1"/>
                    <a:pt x="1" y="852"/>
                    <a:pt x="1" y="1916"/>
                  </a:cubicBezTo>
                  <a:cubicBezTo>
                    <a:pt x="1" y="2949"/>
                    <a:pt x="760" y="3831"/>
                    <a:pt x="1703" y="3831"/>
                  </a:cubicBezTo>
                  <a:cubicBezTo>
                    <a:pt x="2645" y="3831"/>
                    <a:pt x="3405" y="2949"/>
                    <a:pt x="3405" y="1916"/>
                  </a:cubicBezTo>
                  <a:cubicBezTo>
                    <a:pt x="3405" y="852"/>
                    <a:pt x="2645" y="1"/>
                    <a:pt x="1703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111"/>
            <p:cNvSpPr/>
            <p:nvPr/>
          </p:nvSpPr>
          <p:spPr>
            <a:xfrm rot="-1799844">
              <a:off x="5259042" y="2772148"/>
              <a:ext cx="43832" cy="65808"/>
            </a:xfrm>
            <a:custGeom>
              <a:avLst/>
              <a:gdLst/>
              <a:ahLst/>
              <a:cxnLst/>
              <a:rect l="l" t="t" r="r" b="b"/>
              <a:pathLst>
                <a:path w="2585" h="3881" extrusionOk="0">
                  <a:moveTo>
                    <a:pt x="548" y="0"/>
                  </a:moveTo>
                  <a:cubicBezTo>
                    <a:pt x="1490" y="274"/>
                    <a:pt x="2098" y="1155"/>
                    <a:pt x="1946" y="2158"/>
                  </a:cubicBezTo>
                  <a:cubicBezTo>
                    <a:pt x="1824" y="3131"/>
                    <a:pt x="973" y="3800"/>
                    <a:pt x="1" y="3800"/>
                  </a:cubicBezTo>
                  <a:cubicBezTo>
                    <a:pt x="92" y="3830"/>
                    <a:pt x="153" y="3830"/>
                    <a:pt x="244" y="3860"/>
                  </a:cubicBezTo>
                  <a:cubicBezTo>
                    <a:pt x="338" y="3874"/>
                    <a:pt x="432" y="3880"/>
                    <a:pt x="524" y="3880"/>
                  </a:cubicBezTo>
                  <a:cubicBezTo>
                    <a:pt x="1474" y="3880"/>
                    <a:pt x="2294" y="3189"/>
                    <a:pt x="2432" y="2219"/>
                  </a:cubicBezTo>
                  <a:cubicBezTo>
                    <a:pt x="2584" y="1155"/>
                    <a:pt x="1855" y="152"/>
                    <a:pt x="791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111"/>
            <p:cNvSpPr/>
            <p:nvPr/>
          </p:nvSpPr>
          <p:spPr>
            <a:xfrm rot="-1799844">
              <a:off x="5234701" y="2780545"/>
              <a:ext cx="61857" cy="64994"/>
            </a:xfrm>
            <a:custGeom>
              <a:avLst/>
              <a:gdLst/>
              <a:ahLst/>
              <a:cxnLst/>
              <a:rect l="l" t="t" r="r" b="b"/>
              <a:pathLst>
                <a:path w="3648" h="3833" extrusionOk="0">
                  <a:moveTo>
                    <a:pt x="1857" y="1"/>
                  </a:moveTo>
                  <a:cubicBezTo>
                    <a:pt x="1014" y="1"/>
                    <a:pt x="291" y="717"/>
                    <a:pt x="152" y="1661"/>
                  </a:cubicBezTo>
                  <a:cubicBezTo>
                    <a:pt x="0" y="2725"/>
                    <a:pt x="608" y="3668"/>
                    <a:pt x="1551" y="3820"/>
                  </a:cubicBezTo>
                  <a:cubicBezTo>
                    <a:pt x="1617" y="3828"/>
                    <a:pt x="1684" y="3833"/>
                    <a:pt x="1750" y="3833"/>
                  </a:cubicBezTo>
                  <a:cubicBezTo>
                    <a:pt x="2587" y="3833"/>
                    <a:pt x="3355" y="3134"/>
                    <a:pt x="3496" y="2148"/>
                  </a:cubicBezTo>
                  <a:cubicBezTo>
                    <a:pt x="3648" y="1114"/>
                    <a:pt x="3010" y="142"/>
                    <a:pt x="2098" y="20"/>
                  </a:cubicBezTo>
                  <a:cubicBezTo>
                    <a:pt x="2017" y="7"/>
                    <a:pt x="1936" y="1"/>
                    <a:pt x="1857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111"/>
            <p:cNvSpPr/>
            <p:nvPr/>
          </p:nvSpPr>
          <p:spPr>
            <a:xfrm rot="-1799844">
              <a:off x="5476942" y="2632848"/>
              <a:ext cx="43832" cy="65808"/>
            </a:xfrm>
            <a:custGeom>
              <a:avLst/>
              <a:gdLst/>
              <a:ahLst/>
              <a:cxnLst/>
              <a:rect l="l" t="t" r="r" b="b"/>
              <a:pathLst>
                <a:path w="2585" h="3881" extrusionOk="0">
                  <a:moveTo>
                    <a:pt x="548" y="0"/>
                  </a:moveTo>
                  <a:cubicBezTo>
                    <a:pt x="1490" y="274"/>
                    <a:pt x="2098" y="1155"/>
                    <a:pt x="1946" y="2158"/>
                  </a:cubicBezTo>
                  <a:cubicBezTo>
                    <a:pt x="1824" y="3131"/>
                    <a:pt x="973" y="3800"/>
                    <a:pt x="1" y="3800"/>
                  </a:cubicBezTo>
                  <a:cubicBezTo>
                    <a:pt x="92" y="3830"/>
                    <a:pt x="153" y="3830"/>
                    <a:pt x="244" y="3860"/>
                  </a:cubicBezTo>
                  <a:cubicBezTo>
                    <a:pt x="338" y="3874"/>
                    <a:pt x="432" y="3880"/>
                    <a:pt x="524" y="3880"/>
                  </a:cubicBezTo>
                  <a:cubicBezTo>
                    <a:pt x="1474" y="3880"/>
                    <a:pt x="2294" y="3189"/>
                    <a:pt x="2432" y="2219"/>
                  </a:cubicBezTo>
                  <a:cubicBezTo>
                    <a:pt x="2584" y="1155"/>
                    <a:pt x="1855" y="152"/>
                    <a:pt x="791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111"/>
            <p:cNvSpPr/>
            <p:nvPr/>
          </p:nvSpPr>
          <p:spPr>
            <a:xfrm rot="-1799844">
              <a:off x="5452601" y="2641245"/>
              <a:ext cx="61857" cy="64994"/>
            </a:xfrm>
            <a:custGeom>
              <a:avLst/>
              <a:gdLst/>
              <a:ahLst/>
              <a:cxnLst/>
              <a:rect l="l" t="t" r="r" b="b"/>
              <a:pathLst>
                <a:path w="3648" h="3833" extrusionOk="0">
                  <a:moveTo>
                    <a:pt x="1857" y="1"/>
                  </a:moveTo>
                  <a:cubicBezTo>
                    <a:pt x="1014" y="1"/>
                    <a:pt x="291" y="717"/>
                    <a:pt x="152" y="1661"/>
                  </a:cubicBezTo>
                  <a:cubicBezTo>
                    <a:pt x="0" y="2725"/>
                    <a:pt x="608" y="3668"/>
                    <a:pt x="1551" y="3820"/>
                  </a:cubicBezTo>
                  <a:cubicBezTo>
                    <a:pt x="1617" y="3828"/>
                    <a:pt x="1684" y="3833"/>
                    <a:pt x="1750" y="3833"/>
                  </a:cubicBezTo>
                  <a:cubicBezTo>
                    <a:pt x="2587" y="3833"/>
                    <a:pt x="3355" y="3134"/>
                    <a:pt x="3496" y="2148"/>
                  </a:cubicBezTo>
                  <a:cubicBezTo>
                    <a:pt x="3648" y="1114"/>
                    <a:pt x="3010" y="142"/>
                    <a:pt x="2098" y="20"/>
                  </a:cubicBezTo>
                  <a:cubicBezTo>
                    <a:pt x="2017" y="7"/>
                    <a:pt x="1936" y="1"/>
                    <a:pt x="1857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D0E3362-87EB-2B56-B931-BFC53C69EE18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rPr lang="en-US" dirty="0"/>
              <a:t>      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2CBDFA0-FA5D-D43B-B5D8-1B1B321E8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394847" y="1008594"/>
            <a:ext cx="4052100" cy="355500"/>
          </a:xfrm>
        </p:spPr>
        <p:txBody>
          <a:bodyPr/>
          <a:lstStyle/>
          <a:p>
            <a:pPr marL="0" lvl="0" indent="0"/>
            <a:r>
              <a:rPr lang="en-US" dirty="0">
                <a:latin typeface="Kermit Extrabold" panose="020F0502020204030204" pitchFamily="34" charset="0"/>
              </a:rPr>
              <a:t>Presented by:</a:t>
            </a:r>
          </a:p>
          <a:p>
            <a:pPr marL="0" lvl="0" indent="0"/>
            <a:r>
              <a:rPr lang="en-US" dirty="0">
                <a:latin typeface="Kermit Extrabold" panose="020F0502020204030204" pitchFamily="34" charset="0"/>
              </a:rPr>
              <a:t>Razan </a:t>
            </a:r>
            <a:r>
              <a:rPr lang="en-US" dirty="0" err="1">
                <a:latin typeface="Kermit Extrabold" panose="020F0502020204030204" pitchFamily="34" charset="0"/>
              </a:rPr>
              <a:t>waleed</a:t>
            </a:r>
            <a:r>
              <a:rPr lang="en-US" dirty="0">
                <a:latin typeface="Kermit Extrabold" panose="020F0502020204030204" pitchFamily="34" charset="0"/>
              </a:rPr>
              <a:t> 24-101157</a:t>
            </a:r>
          </a:p>
          <a:p>
            <a:pPr marL="0" lvl="0" indent="0"/>
            <a:r>
              <a:rPr lang="en-US" dirty="0">
                <a:latin typeface="Kermit Extrabold" panose="020F0502020204030204" pitchFamily="34" charset="0"/>
              </a:rPr>
              <a:t>Rania alsaeed 24-101223</a:t>
            </a:r>
          </a:p>
          <a:p>
            <a:pPr marL="0" lvl="0" indent="0"/>
            <a:r>
              <a:rPr lang="en-US" dirty="0">
                <a:latin typeface="Kermit Extrabold" panose="020F0502020204030204" pitchFamily="34" charset="0"/>
              </a:rPr>
              <a:t>Jana </a:t>
            </a:r>
            <a:r>
              <a:rPr lang="en-US" dirty="0" err="1">
                <a:latin typeface="Kermit Extrabold" panose="020F0502020204030204" pitchFamily="34" charset="0"/>
              </a:rPr>
              <a:t>islam</a:t>
            </a:r>
            <a:r>
              <a:rPr lang="en-US" dirty="0">
                <a:latin typeface="Kermit Extrabold" panose="020F0502020204030204" pitchFamily="34" charset="0"/>
              </a:rPr>
              <a:t> 24-101402</a:t>
            </a:r>
          </a:p>
          <a:p>
            <a:pPr marL="0" lvl="0" indent="0"/>
            <a:r>
              <a:rPr lang="en-US" dirty="0">
                <a:latin typeface="Kermit Extrabold" panose="020F0502020204030204" pitchFamily="34" charset="0"/>
              </a:rPr>
              <a:t>Mariam Farouk 24-101138</a:t>
            </a:r>
          </a:p>
          <a:p>
            <a:pPr marL="0" lvl="0" indent="0"/>
            <a:r>
              <a:rPr lang="en-US" dirty="0">
                <a:latin typeface="Kermit Extrabold" panose="020F0502020204030204" pitchFamily="34" charset="0"/>
              </a:rPr>
              <a:t>Roaa </a:t>
            </a:r>
            <a:r>
              <a:rPr lang="en-US" dirty="0" err="1">
                <a:latin typeface="Kermit Extrabold" panose="020F0502020204030204" pitchFamily="34" charset="0"/>
              </a:rPr>
              <a:t>yasser</a:t>
            </a:r>
            <a:r>
              <a:rPr lang="en-US">
                <a:latin typeface="Kermit Extrabold" panose="020F0502020204030204" pitchFamily="34" charset="0"/>
              </a:rPr>
              <a:t> 24-101384</a:t>
            </a:r>
            <a:endParaRPr lang="en-US" dirty="0">
              <a:latin typeface="Kermit Extrabold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A9AA20-FC3F-5DE8-3F85-04F16CF87618}"/>
              </a:ext>
            </a:extLst>
          </p:cNvPr>
          <p:cNvSpPr/>
          <p:nvPr/>
        </p:nvSpPr>
        <p:spPr>
          <a:xfrm>
            <a:off x="649116" y="3368381"/>
            <a:ext cx="4365224" cy="94243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55C98-417E-4F26-19E2-3709D384AE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614E4A-971B-FE32-249D-977402FE7507}"/>
              </a:ext>
            </a:extLst>
          </p:cNvPr>
          <p:cNvSpPr txBox="1"/>
          <p:nvPr/>
        </p:nvSpPr>
        <p:spPr>
          <a:xfrm>
            <a:off x="602392" y="3549927"/>
            <a:ext cx="4606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20000"/>
                    <a:lumOff val="8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 for your attention </a:t>
            </a:r>
          </a:p>
        </p:txBody>
      </p:sp>
      <p:pic>
        <p:nvPicPr>
          <p:cNvPr id="8194" name="Picture 2" descr="Egypt University of Informatics - EUI | Cairo">
            <a:extLst>
              <a:ext uri="{FF2B5EF4-FFF2-40B4-BE49-F238E27FC236}">
                <a16:creationId xmlns:a16="http://schemas.microsoft.com/office/drawing/2014/main" id="{7B6A465D-4613-0711-8F12-97CF66F4BF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99" t="9460" r="20276"/>
          <a:stretch>
            <a:fillRect/>
          </a:stretch>
        </p:blipFill>
        <p:spPr bwMode="auto">
          <a:xfrm>
            <a:off x="830" y="-15646"/>
            <a:ext cx="562653" cy="838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oogle Shape;2985;p111">
            <a:extLst>
              <a:ext uri="{FF2B5EF4-FFF2-40B4-BE49-F238E27FC236}">
                <a16:creationId xmlns:a16="http://schemas.microsoft.com/office/drawing/2014/main" id="{23EBD12B-F1D0-CE1C-DF47-75D3781669CB}"/>
              </a:ext>
            </a:extLst>
          </p:cNvPr>
          <p:cNvGrpSpPr/>
          <p:nvPr/>
        </p:nvGrpSpPr>
        <p:grpSpPr>
          <a:xfrm rot="-1800095">
            <a:off x="3685193" y="88217"/>
            <a:ext cx="3376410" cy="3681720"/>
            <a:chOff x="5006800" y="1811156"/>
            <a:chExt cx="2989175" cy="3259469"/>
          </a:xfrm>
        </p:grpSpPr>
        <p:grpSp>
          <p:nvGrpSpPr>
            <p:cNvPr id="11" name="Google Shape;2986;p111">
              <a:extLst>
                <a:ext uri="{FF2B5EF4-FFF2-40B4-BE49-F238E27FC236}">
                  <a16:creationId xmlns:a16="http://schemas.microsoft.com/office/drawing/2014/main" id="{C4EBF012-FD8E-9ADB-E214-402F2E312E41}"/>
                </a:ext>
              </a:extLst>
            </p:cNvPr>
            <p:cNvGrpSpPr/>
            <p:nvPr/>
          </p:nvGrpSpPr>
          <p:grpSpPr>
            <a:xfrm>
              <a:off x="5006800" y="1811156"/>
              <a:ext cx="2989175" cy="3259469"/>
              <a:chOff x="5006800" y="1811156"/>
              <a:chExt cx="2989175" cy="3259469"/>
            </a:xfrm>
          </p:grpSpPr>
          <p:sp>
            <p:nvSpPr>
              <p:cNvPr id="18" name="Google Shape;2987;p111">
                <a:extLst>
                  <a:ext uri="{FF2B5EF4-FFF2-40B4-BE49-F238E27FC236}">
                    <a16:creationId xmlns:a16="http://schemas.microsoft.com/office/drawing/2014/main" id="{7147E2FB-1E90-7067-A27E-2B82F52F2A7F}"/>
                  </a:ext>
                </a:extLst>
              </p:cNvPr>
              <p:cNvSpPr/>
              <p:nvPr/>
            </p:nvSpPr>
            <p:spPr>
              <a:xfrm rot="-899979">
                <a:off x="6575303" y="2639287"/>
                <a:ext cx="1180995" cy="2007593"/>
              </a:xfrm>
              <a:custGeom>
                <a:avLst/>
                <a:gdLst/>
                <a:ahLst/>
                <a:cxnLst/>
                <a:rect l="l" t="t" r="r" b="b"/>
                <a:pathLst>
                  <a:path w="17935" h="30488" extrusionOk="0">
                    <a:moveTo>
                      <a:pt x="17934" y="1"/>
                    </a:moveTo>
                    <a:lnTo>
                      <a:pt x="1" y="9667"/>
                    </a:lnTo>
                    <a:lnTo>
                      <a:pt x="1" y="30488"/>
                    </a:lnTo>
                    <a:lnTo>
                      <a:pt x="17934" y="19849"/>
                    </a:lnTo>
                    <a:lnTo>
                      <a:pt x="179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988;p111">
                <a:extLst>
                  <a:ext uri="{FF2B5EF4-FFF2-40B4-BE49-F238E27FC236}">
                    <a16:creationId xmlns:a16="http://schemas.microsoft.com/office/drawing/2014/main" id="{069F01A9-CE60-A0C6-D547-1EA5D2A26C6C}"/>
                  </a:ext>
                </a:extLst>
              </p:cNvPr>
              <p:cNvSpPr/>
              <p:nvPr/>
            </p:nvSpPr>
            <p:spPr>
              <a:xfrm rot="-899979">
                <a:off x="5144026" y="2093182"/>
                <a:ext cx="2359883" cy="1371100"/>
              </a:xfrm>
              <a:custGeom>
                <a:avLst/>
                <a:gdLst/>
                <a:ahLst/>
                <a:cxnLst/>
                <a:rect l="l" t="t" r="r" b="b"/>
                <a:pathLst>
                  <a:path w="35838" h="20822" extrusionOk="0">
                    <a:moveTo>
                      <a:pt x="18390" y="1"/>
                    </a:moveTo>
                    <a:lnTo>
                      <a:pt x="1" y="10669"/>
                    </a:lnTo>
                    <a:lnTo>
                      <a:pt x="17904" y="20822"/>
                    </a:lnTo>
                    <a:lnTo>
                      <a:pt x="35837" y="11156"/>
                    </a:lnTo>
                    <a:lnTo>
                      <a:pt x="18390" y="1"/>
                    </a:lnTo>
                    <a:close/>
                  </a:path>
                </a:pathLst>
              </a:custGeom>
              <a:solidFill>
                <a:srgbClr val="E6BD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989;p111">
                <a:extLst>
                  <a:ext uri="{FF2B5EF4-FFF2-40B4-BE49-F238E27FC236}">
                    <a16:creationId xmlns:a16="http://schemas.microsoft.com/office/drawing/2014/main" id="{269757D2-8353-8CF3-04B4-39295D092B0B}"/>
                  </a:ext>
                </a:extLst>
              </p:cNvPr>
              <p:cNvSpPr/>
              <p:nvPr/>
            </p:nvSpPr>
            <p:spPr>
              <a:xfrm rot="-899979">
                <a:off x="5432482" y="2913211"/>
                <a:ext cx="1178954" cy="2039596"/>
              </a:xfrm>
              <a:custGeom>
                <a:avLst/>
                <a:gdLst/>
                <a:ahLst/>
                <a:cxnLst/>
                <a:rect l="l" t="t" r="r" b="b"/>
                <a:pathLst>
                  <a:path w="17904" h="30974" extrusionOk="0">
                    <a:moveTo>
                      <a:pt x="1" y="0"/>
                    </a:moveTo>
                    <a:lnTo>
                      <a:pt x="1" y="20335"/>
                    </a:lnTo>
                    <a:lnTo>
                      <a:pt x="17904" y="30974"/>
                    </a:lnTo>
                    <a:lnTo>
                      <a:pt x="17904" y="1015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0A47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990;p111">
                <a:extLst>
                  <a:ext uri="{FF2B5EF4-FFF2-40B4-BE49-F238E27FC236}">
                    <a16:creationId xmlns:a16="http://schemas.microsoft.com/office/drawing/2014/main" id="{D70AF3B9-0006-9DF1-C8B0-DC12B202A3FC}"/>
                  </a:ext>
                </a:extLst>
              </p:cNvPr>
              <p:cNvSpPr/>
              <p:nvPr/>
            </p:nvSpPr>
            <p:spPr>
              <a:xfrm rot="-899979">
                <a:off x="7080466" y="3494225"/>
                <a:ext cx="224215" cy="250225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3800" extrusionOk="0">
                    <a:moveTo>
                      <a:pt x="1703" y="0"/>
                    </a:moveTo>
                    <a:cubicBezTo>
                      <a:pt x="760" y="0"/>
                      <a:pt x="0" y="851"/>
                      <a:pt x="0" y="1915"/>
                    </a:cubicBezTo>
                    <a:cubicBezTo>
                      <a:pt x="0" y="2949"/>
                      <a:pt x="760" y="3800"/>
                      <a:pt x="1703" y="3800"/>
                    </a:cubicBezTo>
                    <a:cubicBezTo>
                      <a:pt x="2645" y="3800"/>
                      <a:pt x="3405" y="2949"/>
                      <a:pt x="3405" y="1915"/>
                    </a:cubicBezTo>
                    <a:cubicBezTo>
                      <a:pt x="3405" y="851"/>
                      <a:pt x="2645" y="0"/>
                      <a:pt x="1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991;p111">
                <a:extLst>
                  <a:ext uri="{FF2B5EF4-FFF2-40B4-BE49-F238E27FC236}">
                    <a16:creationId xmlns:a16="http://schemas.microsoft.com/office/drawing/2014/main" id="{900E19CD-B94A-9301-DDD5-AF6B7260871B}"/>
                  </a:ext>
                </a:extLst>
              </p:cNvPr>
              <p:cNvSpPr/>
              <p:nvPr/>
            </p:nvSpPr>
            <p:spPr>
              <a:xfrm rot="-899979">
                <a:off x="5580827" y="4059768"/>
                <a:ext cx="224215" cy="252266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3831" extrusionOk="0">
                    <a:moveTo>
                      <a:pt x="1702" y="1"/>
                    </a:moveTo>
                    <a:cubicBezTo>
                      <a:pt x="760" y="1"/>
                      <a:pt x="0" y="852"/>
                      <a:pt x="0" y="1915"/>
                    </a:cubicBezTo>
                    <a:cubicBezTo>
                      <a:pt x="0" y="2979"/>
                      <a:pt x="760" y="3830"/>
                      <a:pt x="1702" y="3830"/>
                    </a:cubicBezTo>
                    <a:cubicBezTo>
                      <a:pt x="2645" y="3830"/>
                      <a:pt x="3404" y="2979"/>
                      <a:pt x="3404" y="1915"/>
                    </a:cubicBezTo>
                    <a:cubicBezTo>
                      <a:pt x="3404" y="852"/>
                      <a:pt x="2645" y="1"/>
                      <a:pt x="170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992;p111">
                <a:extLst>
                  <a:ext uri="{FF2B5EF4-FFF2-40B4-BE49-F238E27FC236}">
                    <a16:creationId xmlns:a16="http://schemas.microsoft.com/office/drawing/2014/main" id="{39CC790F-F88B-D419-B3DE-0B4EFCF0FB8F}"/>
                  </a:ext>
                </a:extLst>
              </p:cNvPr>
              <p:cNvSpPr/>
              <p:nvPr/>
            </p:nvSpPr>
            <p:spPr>
              <a:xfrm rot="-899979">
                <a:off x="5879898" y="3816181"/>
                <a:ext cx="222239" cy="250225"/>
              </a:xfrm>
              <a:custGeom>
                <a:avLst/>
                <a:gdLst/>
                <a:ahLst/>
                <a:cxnLst/>
                <a:rect l="l" t="t" r="r" b="b"/>
                <a:pathLst>
                  <a:path w="3375" h="3800" extrusionOk="0">
                    <a:moveTo>
                      <a:pt x="1703" y="0"/>
                    </a:moveTo>
                    <a:cubicBezTo>
                      <a:pt x="761" y="0"/>
                      <a:pt x="1" y="851"/>
                      <a:pt x="1" y="1915"/>
                    </a:cubicBezTo>
                    <a:cubicBezTo>
                      <a:pt x="1" y="2949"/>
                      <a:pt x="761" y="3800"/>
                      <a:pt x="1703" y="3800"/>
                    </a:cubicBezTo>
                    <a:cubicBezTo>
                      <a:pt x="2615" y="3800"/>
                      <a:pt x="3375" y="2949"/>
                      <a:pt x="3375" y="1915"/>
                    </a:cubicBezTo>
                    <a:cubicBezTo>
                      <a:pt x="3375" y="851"/>
                      <a:pt x="2615" y="0"/>
                      <a:pt x="1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993;p111">
                <a:extLst>
                  <a:ext uri="{FF2B5EF4-FFF2-40B4-BE49-F238E27FC236}">
                    <a16:creationId xmlns:a16="http://schemas.microsoft.com/office/drawing/2014/main" id="{9A7DBDD9-7319-288E-0F16-31E73C728939}"/>
                  </a:ext>
                </a:extLst>
              </p:cNvPr>
              <p:cNvSpPr/>
              <p:nvPr/>
            </p:nvSpPr>
            <p:spPr>
              <a:xfrm rot="-899979">
                <a:off x="6207969" y="3562254"/>
                <a:ext cx="224215" cy="252266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3831" extrusionOk="0">
                    <a:moveTo>
                      <a:pt x="1702" y="1"/>
                    </a:moveTo>
                    <a:cubicBezTo>
                      <a:pt x="760" y="1"/>
                      <a:pt x="0" y="852"/>
                      <a:pt x="0" y="1916"/>
                    </a:cubicBezTo>
                    <a:cubicBezTo>
                      <a:pt x="0" y="2979"/>
                      <a:pt x="760" y="3831"/>
                      <a:pt x="1702" y="3831"/>
                    </a:cubicBezTo>
                    <a:cubicBezTo>
                      <a:pt x="2645" y="3831"/>
                      <a:pt x="3405" y="2979"/>
                      <a:pt x="3405" y="1916"/>
                    </a:cubicBezTo>
                    <a:cubicBezTo>
                      <a:pt x="3405" y="852"/>
                      <a:pt x="2645" y="1"/>
                      <a:pt x="170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994;p111">
                <a:extLst>
                  <a:ext uri="{FF2B5EF4-FFF2-40B4-BE49-F238E27FC236}">
                    <a16:creationId xmlns:a16="http://schemas.microsoft.com/office/drawing/2014/main" id="{992EB007-BD36-808D-4966-8C6F124A0C35}"/>
                  </a:ext>
                </a:extLst>
              </p:cNvPr>
              <p:cNvSpPr/>
              <p:nvPr/>
            </p:nvSpPr>
            <p:spPr>
              <a:xfrm rot="-899979">
                <a:off x="6170199" y="2284222"/>
                <a:ext cx="240216" cy="250817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3809" extrusionOk="0">
                    <a:moveTo>
                      <a:pt x="1864" y="0"/>
                    </a:moveTo>
                    <a:cubicBezTo>
                      <a:pt x="1040" y="0"/>
                      <a:pt x="291" y="716"/>
                      <a:pt x="152" y="1661"/>
                    </a:cubicBezTo>
                    <a:cubicBezTo>
                      <a:pt x="0" y="2694"/>
                      <a:pt x="639" y="3667"/>
                      <a:pt x="1551" y="3788"/>
                    </a:cubicBezTo>
                    <a:cubicBezTo>
                      <a:pt x="1634" y="3802"/>
                      <a:pt x="1717" y="3808"/>
                      <a:pt x="1799" y="3808"/>
                    </a:cubicBezTo>
                    <a:cubicBezTo>
                      <a:pt x="2638" y="3808"/>
                      <a:pt x="3357" y="3117"/>
                      <a:pt x="3496" y="2147"/>
                    </a:cubicBezTo>
                    <a:cubicBezTo>
                      <a:pt x="3648" y="1114"/>
                      <a:pt x="3040" y="141"/>
                      <a:pt x="2098" y="19"/>
                    </a:cubicBezTo>
                    <a:cubicBezTo>
                      <a:pt x="2019" y="6"/>
                      <a:pt x="1941" y="0"/>
                      <a:pt x="18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995;p111">
                <a:extLst>
                  <a:ext uri="{FF2B5EF4-FFF2-40B4-BE49-F238E27FC236}">
                    <a16:creationId xmlns:a16="http://schemas.microsoft.com/office/drawing/2014/main" id="{43E5462A-30CE-8AED-CB98-3FF55148E915}"/>
                  </a:ext>
                </a:extLst>
              </p:cNvPr>
              <p:cNvSpPr/>
              <p:nvPr/>
            </p:nvSpPr>
            <p:spPr>
              <a:xfrm rot="-899979">
                <a:off x="6248859" y="2948949"/>
                <a:ext cx="240216" cy="250883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3810" extrusionOk="0">
                    <a:moveTo>
                      <a:pt x="1864" y="1"/>
                    </a:moveTo>
                    <a:cubicBezTo>
                      <a:pt x="1040" y="1"/>
                      <a:pt x="291" y="717"/>
                      <a:pt x="152" y="1662"/>
                    </a:cubicBezTo>
                    <a:cubicBezTo>
                      <a:pt x="0" y="2695"/>
                      <a:pt x="608" y="3668"/>
                      <a:pt x="1551" y="3789"/>
                    </a:cubicBezTo>
                    <a:cubicBezTo>
                      <a:pt x="1632" y="3803"/>
                      <a:pt x="1712" y="3809"/>
                      <a:pt x="1792" y="3809"/>
                    </a:cubicBezTo>
                    <a:cubicBezTo>
                      <a:pt x="2613" y="3809"/>
                      <a:pt x="3357" y="3118"/>
                      <a:pt x="3496" y="2148"/>
                    </a:cubicBezTo>
                    <a:cubicBezTo>
                      <a:pt x="3648" y="1115"/>
                      <a:pt x="3010" y="142"/>
                      <a:pt x="2098" y="20"/>
                    </a:cubicBezTo>
                    <a:cubicBezTo>
                      <a:pt x="2019" y="7"/>
                      <a:pt x="1941" y="1"/>
                      <a:pt x="18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" name="Google Shape;2996;p111">
              <a:extLst>
                <a:ext uri="{FF2B5EF4-FFF2-40B4-BE49-F238E27FC236}">
                  <a16:creationId xmlns:a16="http://schemas.microsoft.com/office/drawing/2014/main" id="{15C500AF-A54A-4067-C7E4-AB47D600C384}"/>
                </a:ext>
              </a:extLst>
            </p:cNvPr>
            <p:cNvSpPr/>
            <p:nvPr/>
          </p:nvSpPr>
          <p:spPr>
            <a:xfrm rot="-899979">
              <a:off x="7190084" y="3473531"/>
              <a:ext cx="144209" cy="254307"/>
            </a:xfrm>
            <a:custGeom>
              <a:avLst/>
              <a:gdLst/>
              <a:ahLst/>
              <a:cxnLst/>
              <a:rect l="l" t="t" r="r" b="b"/>
              <a:pathLst>
                <a:path w="2190" h="3862" extrusionOk="0">
                  <a:moveTo>
                    <a:pt x="1" y="1"/>
                  </a:moveTo>
                  <a:cubicBezTo>
                    <a:pt x="943" y="123"/>
                    <a:pt x="1703" y="943"/>
                    <a:pt x="1703" y="1916"/>
                  </a:cubicBezTo>
                  <a:cubicBezTo>
                    <a:pt x="1703" y="2919"/>
                    <a:pt x="943" y="3709"/>
                    <a:pt x="1" y="3831"/>
                  </a:cubicBezTo>
                  <a:cubicBezTo>
                    <a:pt x="61" y="3861"/>
                    <a:pt x="153" y="3861"/>
                    <a:pt x="244" y="3861"/>
                  </a:cubicBezTo>
                  <a:cubicBezTo>
                    <a:pt x="1308" y="3861"/>
                    <a:pt x="2189" y="2980"/>
                    <a:pt x="2189" y="1916"/>
                  </a:cubicBezTo>
                  <a:cubicBezTo>
                    <a:pt x="2189" y="852"/>
                    <a:pt x="1308" y="1"/>
                    <a:pt x="244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997;p111">
              <a:extLst>
                <a:ext uri="{FF2B5EF4-FFF2-40B4-BE49-F238E27FC236}">
                  <a16:creationId xmlns:a16="http://schemas.microsoft.com/office/drawing/2014/main" id="{D0A62962-45FC-BD56-7D44-2721F7C63475}"/>
                </a:ext>
              </a:extLst>
            </p:cNvPr>
            <p:cNvSpPr/>
            <p:nvPr/>
          </p:nvSpPr>
          <p:spPr>
            <a:xfrm rot="-899979">
              <a:off x="5690446" y="4039147"/>
              <a:ext cx="144143" cy="256217"/>
            </a:xfrm>
            <a:custGeom>
              <a:avLst/>
              <a:gdLst/>
              <a:ahLst/>
              <a:cxnLst/>
              <a:rect l="l" t="t" r="r" b="b"/>
              <a:pathLst>
                <a:path w="2189" h="3891" extrusionOk="0">
                  <a:moveTo>
                    <a:pt x="243" y="0"/>
                  </a:moveTo>
                  <a:cubicBezTo>
                    <a:pt x="183" y="0"/>
                    <a:pt x="91" y="31"/>
                    <a:pt x="0" y="31"/>
                  </a:cubicBezTo>
                  <a:cubicBezTo>
                    <a:pt x="973" y="152"/>
                    <a:pt x="1702" y="973"/>
                    <a:pt x="1702" y="1945"/>
                  </a:cubicBezTo>
                  <a:cubicBezTo>
                    <a:pt x="1702" y="2918"/>
                    <a:pt x="973" y="3739"/>
                    <a:pt x="0" y="3860"/>
                  </a:cubicBezTo>
                  <a:cubicBezTo>
                    <a:pt x="91" y="3860"/>
                    <a:pt x="152" y="3891"/>
                    <a:pt x="243" y="3891"/>
                  </a:cubicBezTo>
                  <a:cubicBezTo>
                    <a:pt x="1307" y="3891"/>
                    <a:pt x="2189" y="3009"/>
                    <a:pt x="2189" y="1945"/>
                  </a:cubicBezTo>
                  <a:cubicBezTo>
                    <a:pt x="2189" y="882"/>
                    <a:pt x="1338" y="0"/>
                    <a:pt x="243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998;p111">
              <a:extLst>
                <a:ext uri="{FF2B5EF4-FFF2-40B4-BE49-F238E27FC236}">
                  <a16:creationId xmlns:a16="http://schemas.microsoft.com/office/drawing/2014/main" id="{6AB4B619-4318-5FBB-0B28-18887868D5C7}"/>
                </a:ext>
              </a:extLst>
            </p:cNvPr>
            <p:cNvSpPr/>
            <p:nvPr/>
          </p:nvSpPr>
          <p:spPr>
            <a:xfrm rot="-899979">
              <a:off x="5989517" y="3795495"/>
              <a:ext cx="142167" cy="254307"/>
            </a:xfrm>
            <a:custGeom>
              <a:avLst/>
              <a:gdLst/>
              <a:ahLst/>
              <a:cxnLst/>
              <a:rect l="l" t="t" r="r" b="b"/>
              <a:pathLst>
                <a:path w="2159" h="3862" extrusionOk="0">
                  <a:moveTo>
                    <a:pt x="1" y="1"/>
                  </a:moveTo>
                  <a:cubicBezTo>
                    <a:pt x="943" y="123"/>
                    <a:pt x="1673" y="943"/>
                    <a:pt x="1673" y="1916"/>
                  </a:cubicBezTo>
                  <a:cubicBezTo>
                    <a:pt x="1673" y="2919"/>
                    <a:pt x="943" y="3709"/>
                    <a:pt x="1" y="3831"/>
                  </a:cubicBezTo>
                  <a:cubicBezTo>
                    <a:pt x="62" y="3861"/>
                    <a:pt x="153" y="3861"/>
                    <a:pt x="214" y="3861"/>
                  </a:cubicBezTo>
                  <a:cubicBezTo>
                    <a:pt x="1308" y="3861"/>
                    <a:pt x="2159" y="2980"/>
                    <a:pt x="2159" y="1916"/>
                  </a:cubicBezTo>
                  <a:cubicBezTo>
                    <a:pt x="2159" y="852"/>
                    <a:pt x="1308" y="1"/>
                    <a:pt x="214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999;p111">
              <a:extLst>
                <a:ext uri="{FF2B5EF4-FFF2-40B4-BE49-F238E27FC236}">
                  <a16:creationId xmlns:a16="http://schemas.microsoft.com/office/drawing/2014/main" id="{98239EB8-9BAC-BA5C-A524-FF76626497B8}"/>
                </a:ext>
              </a:extLst>
            </p:cNvPr>
            <p:cNvSpPr/>
            <p:nvPr/>
          </p:nvSpPr>
          <p:spPr>
            <a:xfrm rot="-899979">
              <a:off x="6317366" y="3541923"/>
              <a:ext cx="142167" cy="254242"/>
            </a:xfrm>
            <a:custGeom>
              <a:avLst/>
              <a:gdLst/>
              <a:ahLst/>
              <a:cxnLst/>
              <a:rect l="l" t="t" r="r" b="b"/>
              <a:pathLst>
                <a:path w="2159" h="3861" extrusionOk="0">
                  <a:moveTo>
                    <a:pt x="244" y="0"/>
                  </a:moveTo>
                  <a:cubicBezTo>
                    <a:pt x="152" y="0"/>
                    <a:pt x="61" y="31"/>
                    <a:pt x="0" y="31"/>
                  </a:cubicBezTo>
                  <a:cubicBezTo>
                    <a:pt x="943" y="152"/>
                    <a:pt x="1672" y="943"/>
                    <a:pt x="1672" y="1946"/>
                  </a:cubicBezTo>
                  <a:cubicBezTo>
                    <a:pt x="1672" y="2918"/>
                    <a:pt x="943" y="3739"/>
                    <a:pt x="0" y="3861"/>
                  </a:cubicBezTo>
                  <a:lnTo>
                    <a:pt x="244" y="3861"/>
                  </a:lnTo>
                  <a:cubicBezTo>
                    <a:pt x="1307" y="3861"/>
                    <a:pt x="2159" y="3009"/>
                    <a:pt x="2159" y="1946"/>
                  </a:cubicBezTo>
                  <a:cubicBezTo>
                    <a:pt x="2159" y="851"/>
                    <a:pt x="1307" y="0"/>
                    <a:pt x="24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000;p111">
              <a:extLst>
                <a:ext uri="{FF2B5EF4-FFF2-40B4-BE49-F238E27FC236}">
                  <a16:creationId xmlns:a16="http://schemas.microsoft.com/office/drawing/2014/main" id="{A52CDD38-0F9A-A721-EB44-9AAAD04BA22E}"/>
                </a:ext>
              </a:extLst>
            </p:cNvPr>
            <p:cNvSpPr/>
            <p:nvPr/>
          </p:nvSpPr>
          <p:spPr>
            <a:xfrm rot="-899979">
              <a:off x="6270916" y="2267991"/>
              <a:ext cx="170219" cy="255559"/>
            </a:xfrm>
            <a:custGeom>
              <a:avLst/>
              <a:gdLst/>
              <a:ahLst/>
              <a:cxnLst/>
              <a:rect l="l" t="t" r="r" b="b"/>
              <a:pathLst>
                <a:path w="2585" h="3881" extrusionOk="0">
                  <a:moveTo>
                    <a:pt x="578" y="0"/>
                  </a:moveTo>
                  <a:cubicBezTo>
                    <a:pt x="1490" y="244"/>
                    <a:pt x="2098" y="1155"/>
                    <a:pt x="1976" y="2128"/>
                  </a:cubicBezTo>
                  <a:cubicBezTo>
                    <a:pt x="1828" y="3080"/>
                    <a:pt x="1009" y="3770"/>
                    <a:pt x="62" y="3770"/>
                  </a:cubicBezTo>
                  <a:cubicBezTo>
                    <a:pt x="41" y="3770"/>
                    <a:pt x="21" y="3770"/>
                    <a:pt x="1" y="3769"/>
                  </a:cubicBezTo>
                  <a:lnTo>
                    <a:pt x="1" y="3769"/>
                  </a:lnTo>
                  <a:cubicBezTo>
                    <a:pt x="92" y="3800"/>
                    <a:pt x="183" y="3830"/>
                    <a:pt x="244" y="3861"/>
                  </a:cubicBezTo>
                  <a:cubicBezTo>
                    <a:pt x="338" y="3874"/>
                    <a:pt x="432" y="3881"/>
                    <a:pt x="524" y="3881"/>
                  </a:cubicBezTo>
                  <a:cubicBezTo>
                    <a:pt x="1474" y="3881"/>
                    <a:pt x="2294" y="3189"/>
                    <a:pt x="2432" y="2219"/>
                  </a:cubicBezTo>
                  <a:cubicBezTo>
                    <a:pt x="2584" y="1155"/>
                    <a:pt x="1855" y="152"/>
                    <a:pt x="821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001;p111">
              <a:extLst>
                <a:ext uri="{FF2B5EF4-FFF2-40B4-BE49-F238E27FC236}">
                  <a16:creationId xmlns:a16="http://schemas.microsoft.com/office/drawing/2014/main" id="{C4FA3803-9777-F214-8C39-96A1161E33D9}"/>
                </a:ext>
              </a:extLst>
            </p:cNvPr>
            <p:cNvSpPr/>
            <p:nvPr/>
          </p:nvSpPr>
          <p:spPr>
            <a:xfrm rot="-899979">
              <a:off x="6349585" y="2932783"/>
              <a:ext cx="170219" cy="255559"/>
            </a:xfrm>
            <a:custGeom>
              <a:avLst/>
              <a:gdLst/>
              <a:ahLst/>
              <a:cxnLst/>
              <a:rect l="l" t="t" r="r" b="b"/>
              <a:pathLst>
                <a:path w="2585" h="3881" extrusionOk="0">
                  <a:moveTo>
                    <a:pt x="548" y="0"/>
                  </a:moveTo>
                  <a:cubicBezTo>
                    <a:pt x="1490" y="244"/>
                    <a:pt x="2098" y="1155"/>
                    <a:pt x="1946" y="2128"/>
                  </a:cubicBezTo>
                  <a:cubicBezTo>
                    <a:pt x="1824" y="3101"/>
                    <a:pt x="973" y="3800"/>
                    <a:pt x="1" y="3800"/>
                  </a:cubicBezTo>
                  <a:cubicBezTo>
                    <a:pt x="92" y="3800"/>
                    <a:pt x="153" y="3830"/>
                    <a:pt x="244" y="3861"/>
                  </a:cubicBezTo>
                  <a:cubicBezTo>
                    <a:pt x="338" y="3874"/>
                    <a:pt x="432" y="3881"/>
                    <a:pt x="524" y="3881"/>
                  </a:cubicBezTo>
                  <a:cubicBezTo>
                    <a:pt x="1474" y="3881"/>
                    <a:pt x="2294" y="3189"/>
                    <a:pt x="2432" y="2219"/>
                  </a:cubicBezTo>
                  <a:cubicBezTo>
                    <a:pt x="2584" y="1155"/>
                    <a:pt x="1855" y="152"/>
                    <a:pt x="791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AutoShape 4">
            <a:extLst>
              <a:ext uri="{FF2B5EF4-FFF2-40B4-BE49-F238E27FC236}">
                <a16:creationId xmlns:a16="http://schemas.microsoft.com/office/drawing/2014/main" id="{8386E1CF-CE8C-9411-D061-45592A8BE1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AutoShape 6">
            <a:extLst>
              <a:ext uri="{FF2B5EF4-FFF2-40B4-BE49-F238E27FC236}">
                <a16:creationId xmlns:a16="http://schemas.microsoft.com/office/drawing/2014/main" id="{FB4F404D-76C5-2AA4-828C-54C413ECD8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AutoShape 8">
            <a:extLst>
              <a:ext uri="{FF2B5EF4-FFF2-40B4-BE49-F238E27FC236}">
                <a16:creationId xmlns:a16="http://schemas.microsoft.com/office/drawing/2014/main" id="{BD19F6C8-76F5-F183-77BD-7376010831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4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202" name="Picture 10">
            <a:extLst>
              <a:ext uri="{FF2B5EF4-FFF2-40B4-BE49-F238E27FC236}">
                <a16:creationId xmlns:a16="http://schemas.microsoft.com/office/drawing/2014/main" id="{ECD2ED90-E4C9-7715-D462-BB5816CA8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9" t="-3008" r="21208" b="-689"/>
          <a:stretch>
            <a:fillRect/>
          </a:stretch>
        </p:blipFill>
        <p:spPr bwMode="auto">
          <a:xfrm rot="20338895">
            <a:off x="574617" y="3100816"/>
            <a:ext cx="503641" cy="500105"/>
          </a:xfrm>
          <a:prstGeom prst="flowChartMultidocumen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ces Games for Class by Slidesgo">
  <a:themeElements>
    <a:clrScheme name="Simple Light">
      <a:dk1>
        <a:srgbClr val="CEEBFF"/>
      </a:dk1>
      <a:lt1>
        <a:srgbClr val="5081B1"/>
      </a:lt1>
      <a:dk2>
        <a:srgbClr val="D85F6F"/>
      </a:dk2>
      <a:lt2>
        <a:srgbClr val="E0CFBC"/>
      </a:lt2>
      <a:accent1>
        <a:srgbClr val="FFFFFF"/>
      </a:accent1>
      <a:accent2>
        <a:srgbClr val="802733"/>
      </a:accent2>
      <a:accent3>
        <a:srgbClr val="AFD4EE"/>
      </a:accent3>
      <a:accent4>
        <a:srgbClr val="37618A"/>
      </a:accent4>
      <a:accent5>
        <a:srgbClr val="062647"/>
      </a:accent5>
      <a:accent6>
        <a:srgbClr val="D15767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ces Games for Class ">
  <a:themeElements>
    <a:clrScheme name="Simple Light">
      <a:dk1>
        <a:srgbClr val="CEEBFF"/>
      </a:dk1>
      <a:lt1>
        <a:srgbClr val="5081B1"/>
      </a:lt1>
      <a:dk2>
        <a:srgbClr val="D85F6F"/>
      </a:dk2>
      <a:lt2>
        <a:srgbClr val="E0CFBC"/>
      </a:lt2>
      <a:accent1>
        <a:srgbClr val="FFFFFF"/>
      </a:accent1>
      <a:accent2>
        <a:srgbClr val="802733"/>
      </a:accent2>
      <a:accent3>
        <a:srgbClr val="AFD4EE"/>
      </a:accent3>
      <a:accent4>
        <a:srgbClr val="37618A"/>
      </a:accent4>
      <a:accent5>
        <a:srgbClr val="062647"/>
      </a:accent5>
      <a:accent6>
        <a:srgbClr val="D15767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338</Words>
  <Application>Microsoft Office PowerPoint</Application>
  <PresentationFormat>On-screen Show (16:9)</PresentationFormat>
  <Paragraphs>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Kermit Extrabold</vt:lpstr>
      <vt:lpstr>Roboto Condensed Light</vt:lpstr>
      <vt:lpstr>ADLaM Display</vt:lpstr>
      <vt:lpstr>Roboto Condensed</vt:lpstr>
      <vt:lpstr>Roboto</vt:lpstr>
      <vt:lpstr>Source Sans Pro</vt:lpstr>
      <vt:lpstr>Lilita One</vt:lpstr>
      <vt:lpstr>Arial</vt:lpstr>
      <vt:lpstr>Bubblegum Sans</vt:lpstr>
      <vt:lpstr>Dices Games for Class by Slidesgo</vt:lpstr>
      <vt:lpstr>Dices Games for Class </vt:lpstr>
      <vt:lpstr>Dice simulater</vt:lpstr>
      <vt:lpstr>Project brief:</vt:lpstr>
      <vt:lpstr>User Manual:</vt:lpstr>
      <vt:lpstr>PowerPoint Presentation</vt:lpstr>
      <vt:lpstr>Manual Random  Function </vt:lpstr>
      <vt:lpstr>Refrences:</vt:lpstr>
      <vt:lpstr>Contribution table</vt:lpstr>
      <vt:lpstr>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Jana Islam</dc:creator>
  <cp:lastModifiedBy>Razan Waleed Mamdouh Abd Alhalim</cp:lastModifiedBy>
  <cp:revision>5</cp:revision>
  <dcterms:modified xsi:type="dcterms:W3CDTF">2025-12-24T20:49:34Z</dcterms:modified>
</cp:coreProperties>
</file>